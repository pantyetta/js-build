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2" r:id="rId6"/>
    <p:sldId id="264" r:id="rId7"/>
    <p:sldId id="273" r:id="rId8"/>
    <p:sldId id="274" r:id="rId9"/>
    <p:sldId id="266" r:id="rId10"/>
    <p:sldId id="275" r:id="rId11"/>
    <p:sldId id="267" r:id="rId12"/>
    <p:sldId id="268" r:id="rId13"/>
    <p:sldId id="269" r:id="rId14"/>
    <p:sldId id="270" r:id="rId15"/>
    <p:sldId id="271" r:id="rId16"/>
    <p:sldId id="263" r:id="rId17"/>
    <p:sldId id="276" r:id="rId18"/>
    <p:sldId id="278" r:id="rId19"/>
    <p:sldId id="279" r:id="rId20"/>
    <p:sldId id="260" r:id="rId21"/>
    <p:sldId id="261" r:id="rId22"/>
    <p:sldId id="272" r:id="rId2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981" dt="2026-09-23T02:53:55.565"/>
    <p1510:client id="{9B8EF148-A63D-4FC4-86D5-F4987FD9B786}" v="1637" dt="2026-09-21T09:00:17.945"/>
    <p1510:client id="{A730A279-8DA7-5B23-D9C0-B917BA7E6A56}" v="656" dt="2026-09-22T16:14:15.778"/>
    <p1510:client id="{AE9ADA55-6CB8-6DCE-8FAE-FEBEF0CE61A3}" v="174" dt="2026-09-21T11:44:40.941"/>
    <p1510:client id="{C68B084D-54F7-4613-B10C-20D0E37C79E2}" v="995" dt="2026-09-21T05:00:00.4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紘之 山岡" userId="1178d0b158574975" providerId="Windows Live" clId="Web-{9B8EF148-A63D-4FC4-86D5-F4987FD9B786}"/>
    <pc:docChg chg="addSld modSld">
      <pc:chgData name="紘之 山岡" userId="1178d0b158574975" providerId="Windows Live" clId="Web-{9B8EF148-A63D-4FC4-86D5-F4987FD9B786}" dt="2026-09-21T09:00:17.945" v="1607" actId="20577"/>
      <pc:docMkLst>
        <pc:docMk/>
      </pc:docMkLst>
      <pc:sldChg chg="modSp">
        <pc:chgData name="紘之 山岡" userId="1178d0b158574975" providerId="Windows Live" clId="Web-{9B8EF148-A63D-4FC4-86D5-F4987FD9B786}" dt="2026-09-21T05:55:00.943" v="47" actId="20577"/>
        <pc:sldMkLst>
          <pc:docMk/>
          <pc:sldMk cId="2128380218" sldId="256"/>
        </pc:sldMkLst>
        <pc:spChg chg="mod">
          <ac:chgData name="紘之 山岡" userId="1178d0b158574975" providerId="Windows Live" clId="Web-{9B8EF148-A63D-4FC4-86D5-F4987FD9B786}" dt="2026-09-21T05:55:00.943" v="47" actId="20577"/>
          <ac:spMkLst>
            <pc:docMk/>
            <pc:sldMk cId="2128380218" sldId="256"/>
            <ac:spMk id="2" creationId="{00000000-0000-0000-0000-000000000000}"/>
          </ac:spMkLst>
        </pc:spChg>
      </pc:sldChg>
      <pc:sldChg chg="modSp">
        <pc:chgData name="紘之 山岡" userId="1178d0b158574975" providerId="Windows Live" clId="Web-{9B8EF148-A63D-4FC4-86D5-F4987FD9B786}" dt="2026-09-21T07:28:10.194" v="846" actId="20577"/>
        <pc:sldMkLst>
          <pc:docMk/>
          <pc:sldMk cId="276917981" sldId="257"/>
        </pc:sldMkLst>
        <pc:spChg chg="mod">
          <ac:chgData name="紘之 山岡" userId="1178d0b158574975" providerId="Windows Live" clId="Web-{9B8EF148-A63D-4FC4-86D5-F4987FD9B786}" dt="2026-09-21T07:28:10.194" v="846" actId="20577"/>
          <ac:spMkLst>
            <pc:docMk/>
            <pc:sldMk cId="276917981" sldId="257"/>
            <ac:spMk id="3" creationId="{7F990FAB-4096-25CB-9764-E70437CFF5FA}"/>
          </ac:spMkLst>
        </pc:spChg>
      </pc:sldChg>
      <pc:sldChg chg="modSp">
        <pc:chgData name="紘之 山岡" userId="1178d0b158574975" providerId="Windows Live" clId="Web-{9B8EF148-A63D-4FC4-86D5-F4987FD9B786}" dt="2026-09-21T05:53:51.550" v="11" actId="20577"/>
        <pc:sldMkLst>
          <pc:docMk/>
          <pc:sldMk cId="4242366" sldId="260"/>
        </pc:sldMkLst>
        <pc:spChg chg="mod">
          <ac:chgData name="紘之 山岡" userId="1178d0b158574975" providerId="Windows Live" clId="Web-{9B8EF148-A63D-4FC4-86D5-F4987FD9B786}" dt="2026-09-21T05:53:51.550" v="11" actId="20577"/>
          <ac:spMkLst>
            <pc:docMk/>
            <pc:sldMk cId="4242366" sldId="260"/>
            <ac:spMk id="3" creationId="{64173648-5F5E-8EB2-1459-B55F4AE9D42A}"/>
          </ac:spMkLst>
        </pc:spChg>
      </pc:sldChg>
      <pc:sldChg chg="modSp">
        <pc:chgData name="紘之 山岡" userId="1178d0b158574975" providerId="Windows Live" clId="Web-{9B8EF148-A63D-4FC4-86D5-F4987FD9B786}" dt="2026-09-21T05:54:32.879" v="36" actId="20577"/>
        <pc:sldMkLst>
          <pc:docMk/>
          <pc:sldMk cId="193497984" sldId="261"/>
        </pc:sldMkLst>
        <pc:spChg chg="mod">
          <ac:chgData name="紘之 山岡" userId="1178d0b158574975" providerId="Windows Live" clId="Web-{9B8EF148-A63D-4FC4-86D5-F4987FD9B786}" dt="2026-09-21T05:54:32.879" v="36" actId="20577"/>
          <ac:spMkLst>
            <pc:docMk/>
            <pc:sldMk cId="193497984" sldId="261"/>
            <ac:spMk id="3" creationId="{D2E87BBA-7233-C170-C468-479BD7235CD2}"/>
          </ac:spMkLst>
        </pc:spChg>
      </pc:sldChg>
      <pc:sldChg chg="addSp delSp modSp new">
        <pc:chgData name="紘之 山岡" userId="1178d0b158574975" providerId="Windows Live" clId="Web-{9B8EF148-A63D-4FC4-86D5-F4987FD9B786}" dt="2026-09-21T07:48:12.691" v="935"/>
        <pc:sldMkLst>
          <pc:docMk/>
          <pc:sldMk cId="1166823624" sldId="262"/>
        </pc:sldMkLst>
        <pc:spChg chg="mod">
          <ac:chgData name="紘之 山岡" userId="1178d0b158574975" providerId="Windows Live" clId="Web-{9B8EF148-A63D-4FC4-86D5-F4987FD9B786}" dt="2026-09-21T05:54:46.458" v="42" actId="20577"/>
          <ac:spMkLst>
            <pc:docMk/>
            <pc:sldMk cId="1166823624" sldId="262"/>
            <ac:spMk id="2" creationId="{9BAD071C-00B5-5C5C-6697-A8E2444F5C7F}"/>
          </ac:spMkLst>
        </pc:spChg>
        <pc:spChg chg="mod">
          <ac:chgData name="紘之 山岡" userId="1178d0b158574975" providerId="Windows Live" clId="Web-{9B8EF148-A63D-4FC4-86D5-F4987FD9B786}" dt="2026-09-21T06:25:19.645" v="692" actId="20577"/>
          <ac:spMkLst>
            <pc:docMk/>
            <pc:sldMk cId="1166823624" sldId="262"/>
            <ac:spMk id="3" creationId="{A40F8089-7035-8D8D-B984-DCD5CE3AEAB8}"/>
          </ac:spMkLst>
        </pc:spChg>
        <pc:graphicFrameChg chg="add mod modGraphic">
          <ac:chgData name="紘之 山岡" userId="1178d0b158574975" providerId="Windows Live" clId="Web-{9B8EF148-A63D-4FC4-86D5-F4987FD9B786}" dt="2026-09-21T07:48:12.691" v="935"/>
          <ac:graphicFrameMkLst>
            <pc:docMk/>
            <pc:sldMk cId="1166823624" sldId="262"/>
            <ac:graphicFrameMk id="5" creationId="{C0464ADB-7C77-61A1-35A6-071054197C6A}"/>
          </ac:graphicFrameMkLst>
        </pc:graphicFrameChg>
      </pc:sldChg>
      <pc:sldChg chg="addSp delSp modSp add replId">
        <pc:chgData name="紘之 山岡" userId="1178d0b158574975" providerId="Windows Live" clId="Web-{9B8EF148-A63D-4FC4-86D5-F4987FD9B786}" dt="2026-09-21T07:48:19.254" v="937" actId="1076"/>
        <pc:sldMkLst>
          <pc:docMk/>
          <pc:sldMk cId="1785704094" sldId="263"/>
        </pc:sldMkLst>
        <pc:spChg chg="mod">
          <ac:chgData name="紘之 山岡" userId="1178d0b158574975" providerId="Windows Live" clId="Web-{9B8EF148-A63D-4FC4-86D5-F4987FD9B786}" dt="2026-09-21T06:25:48.099" v="706" actId="20577"/>
          <ac:spMkLst>
            <pc:docMk/>
            <pc:sldMk cId="1785704094" sldId="263"/>
            <ac:spMk id="2" creationId="{00572DD0-B543-5F3A-774B-97E13667DCFE}"/>
          </ac:spMkLst>
        </pc:spChg>
        <pc:spChg chg="mod">
          <ac:chgData name="紘之 山岡" userId="1178d0b158574975" providerId="Windows Live" clId="Web-{9B8EF148-A63D-4FC4-86D5-F4987FD9B786}" dt="2026-09-21T07:48:07.738" v="919" actId="20577"/>
          <ac:spMkLst>
            <pc:docMk/>
            <pc:sldMk cId="1785704094" sldId="263"/>
            <ac:spMk id="3" creationId="{3D2A1CB8-F67E-D49A-F36F-A0D0F6703BE3}"/>
          </ac:spMkLst>
        </pc:spChg>
      </pc:sldChg>
      <pc:sldChg chg="modSp add replId">
        <pc:chgData name="紘之 山岡" userId="1178d0b158574975" providerId="Windows Live" clId="Web-{9B8EF148-A63D-4FC4-86D5-F4987FD9B786}" dt="2026-09-21T07:50:23.008" v="938" actId="20577"/>
        <pc:sldMkLst>
          <pc:docMk/>
          <pc:sldMk cId="4103119821" sldId="264"/>
        </pc:sldMkLst>
        <pc:spChg chg="mod">
          <ac:chgData name="紘之 山岡" userId="1178d0b158574975" providerId="Windows Live" clId="Web-{9B8EF148-A63D-4FC4-86D5-F4987FD9B786}" dt="2026-09-21T06:27:47.853" v="709" actId="20577"/>
          <ac:spMkLst>
            <pc:docMk/>
            <pc:sldMk cId="4103119821" sldId="264"/>
            <ac:spMk id="2" creationId="{C96F66CF-9E93-D46A-F912-556D1F7A0B20}"/>
          </ac:spMkLst>
        </pc:spChg>
        <pc:spChg chg="mod">
          <ac:chgData name="紘之 山岡" userId="1178d0b158574975" providerId="Windows Live" clId="Web-{9B8EF148-A63D-4FC4-86D5-F4987FD9B786}" dt="2026-09-21T07:50:23.008" v="938" actId="20577"/>
          <ac:spMkLst>
            <pc:docMk/>
            <pc:sldMk cId="4103119821" sldId="264"/>
            <ac:spMk id="3" creationId="{3806A8A3-266F-3061-C7AD-CE034E3F371E}"/>
          </ac:spMkLst>
        </pc:spChg>
      </pc:sldChg>
      <pc:sldChg chg="addSp modSp new">
        <pc:chgData name="紘之 山岡" userId="1178d0b158574975" providerId="Windows Live" clId="Web-{9B8EF148-A63D-4FC4-86D5-F4987FD9B786}" dt="2026-09-21T08:48:52.935" v="1435" actId="1076"/>
        <pc:sldMkLst>
          <pc:docMk/>
          <pc:sldMk cId="1734614997" sldId="266"/>
        </pc:sldMkLst>
        <pc:spChg chg="mod">
          <ac:chgData name="紘之 山岡" userId="1178d0b158574975" providerId="Windows Live" clId="Web-{9B8EF148-A63D-4FC4-86D5-F4987FD9B786}" dt="2026-09-21T07:55:13.113" v="973" actId="20577"/>
          <ac:spMkLst>
            <pc:docMk/>
            <pc:sldMk cId="1734614997" sldId="266"/>
            <ac:spMk id="2" creationId="{0C735C88-EBE9-86C4-81DE-423B05A11E46}"/>
          </ac:spMkLst>
        </pc:spChg>
        <pc:spChg chg="mod">
          <ac:chgData name="紘之 山岡" userId="1178d0b158574975" providerId="Windows Live" clId="Web-{9B8EF148-A63D-4FC4-86D5-F4987FD9B786}" dt="2026-09-21T07:55:25.535" v="980" actId="20577"/>
          <ac:spMkLst>
            <pc:docMk/>
            <pc:sldMk cId="1734614997" sldId="266"/>
            <ac:spMk id="3" creationId="{285630CE-736C-2781-ECAC-E6C2B6DA1220}"/>
          </ac:spMkLst>
        </pc:spChg>
        <pc:graphicFrameChg chg="add mod modGraphic">
          <ac:chgData name="紘之 山岡" userId="1178d0b158574975" providerId="Windows Live" clId="Web-{9B8EF148-A63D-4FC4-86D5-F4987FD9B786}" dt="2026-09-21T08:48:52.935" v="1435" actId="1076"/>
          <ac:graphicFrameMkLst>
            <pc:docMk/>
            <pc:sldMk cId="1734614997" sldId="266"/>
            <ac:graphicFrameMk id="4" creationId="{DCCC7EB2-27E2-0B9C-F504-8E4334641E3E}"/>
          </ac:graphicFrameMkLst>
        </pc:graphicFrameChg>
      </pc:sldChg>
      <pc:sldChg chg="modSp new modNotes">
        <pc:chgData name="紘之 山岡" userId="1178d0b158574975" providerId="Windows Live" clId="Web-{9B8EF148-A63D-4FC4-86D5-F4987FD9B786}" dt="2026-09-21T08:37:04.769" v="1246" actId="20577"/>
        <pc:sldMkLst>
          <pc:docMk/>
          <pc:sldMk cId="1850476128" sldId="267"/>
        </pc:sldMkLst>
        <pc:spChg chg="mod">
          <ac:chgData name="紘之 山岡" userId="1178d0b158574975" providerId="Windows Live" clId="Web-{9B8EF148-A63D-4FC4-86D5-F4987FD9B786}" dt="2026-09-21T08:37:04.769" v="1246" actId="20577"/>
          <ac:spMkLst>
            <pc:docMk/>
            <pc:sldMk cId="1850476128" sldId="267"/>
            <ac:spMk id="2" creationId="{F09036B6-C99D-3B51-C904-C009BADBF9DC}"/>
          </ac:spMkLst>
        </pc:spChg>
        <pc:spChg chg="mod">
          <ac:chgData name="紘之 山岡" userId="1178d0b158574975" providerId="Windows Live" clId="Web-{9B8EF148-A63D-4FC4-86D5-F4987FD9B786}" dt="2026-09-21T08:37:01.347" v="1244" actId="20577"/>
          <ac:spMkLst>
            <pc:docMk/>
            <pc:sldMk cId="1850476128" sldId="267"/>
            <ac:spMk id="3" creationId="{84A01C69-6A1E-97CD-E868-D96C8CC5FD69}"/>
          </ac:spMkLst>
        </pc:spChg>
      </pc:sldChg>
      <pc:sldChg chg="modSp add replId">
        <pc:chgData name="紘之 山岡" userId="1178d0b158574975" providerId="Windows Live" clId="Web-{9B8EF148-A63D-4FC4-86D5-F4987FD9B786}" dt="2026-09-21T08:39:47.634" v="1300" actId="20577"/>
        <pc:sldMkLst>
          <pc:docMk/>
          <pc:sldMk cId="2678125398" sldId="268"/>
        </pc:sldMkLst>
        <pc:spChg chg="mod">
          <ac:chgData name="紘之 山岡" userId="1178d0b158574975" providerId="Windows Live" clId="Web-{9B8EF148-A63D-4FC4-86D5-F4987FD9B786}" dt="2026-09-21T08:37:13.347" v="1249" actId="20577"/>
          <ac:spMkLst>
            <pc:docMk/>
            <pc:sldMk cId="2678125398" sldId="268"/>
            <ac:spMk id="2" creationId="{0DF683A5-721E-F7FE-F0D3-72C2B29B0D6B}"/>
          </ac:spMkLst>
        </pc:spChg>
        <pc:spChg chg="mod">
          <ac:chgData name="紘之 山岡" userId="1178d0b158574975" providerId="Windows Live" clId="Web-{9B8EF148-A63D-4FC4-86D5-F4987FD9B786}" dt="2026-09-21T08:39:47.634" v="1300" actId="20577"/>
          <ac:spMkLst>
            <pc:docMk/>
            <pc:sldMk cId="2678125398" sldId="268"/>
            <ac:spMk id="3" creationId="{A571F950-1E20-992A-ACC8-9384A9231A19}"/>
          </ac:spMkLst>
        </pc:spChg>
      </pc:sldChg>
      <pc:sldChg chg="modSp add replId">
        <pc:chgData name="紘之 山岡" userId="1178d0b158574975" providerId="Windows Live" clId="Web-{9B8EF148-A63D-4FC4-86D5-F4987FD9B786}" dt="2026-09-21T08:48:14.168" v="1434" actId="20577"/>
        <pc:sldMkLst>
          <pc:docMk/>
          <pc:sldMk cId="3348958730" sldId="269"/>
        </pc:sldMkLst>
        <pc:spChg chg="mod">
          <ac:chgData name="紘之 山岡" userId="1178d0b158574975" providerId="Windows Live" clId="Web-{9B8EF148-A63D-4FC4-86D5-F4987FD9B786}" dt="2026-09-21T08:40:01.556" v="1306" actId="20577"/>
          <ac:spMkLst>
            <pc:docMk/>
            <pc:sldMk cId="3348958730" sldId="269"/>
            <ac:spMk id="2" creationId="{63ACEA73-327C-304C-C32C-6518593BED62}"/>
          </ac:spMkLst>
        </pc:spChg>
        <pc:spChg chg="mod">
          <ac:chgData name="紘之 山岡" userId="1178d0b158574975" providerId="Windows Live" clId="Web-{9B8EF148-A63D-4FC4-86D5-F4987FD9B786}" dt="2026-09-21T08:48:14.168" v="1434" actId="20577"/>
          <ac:spMkLst>
            <pc:docMk/>
            <pc:sldMk cId="3348958730" sldId="269"/>
            <ac:spMk id="3" creationId="{3A7A1CA0-28B6-080E-8A56-D058105A2A0A}"/>
          </ac:spMkLst>
        </pc:spChg>
      </pc:sldChg>
      <pc:sldChg chg="modSp add replId">
        <pc:chgData name="紘之 山岡" userId="1178d0b158574975" providerId="Windows Live" clId="Web-{9B8EF148-A63D-4FC4-86D5-F4987FD9B786}" dt="2026-09-21T08:57:48.752" v="1556" actId="20577"/>
        <pc:sldMkLst>
          <pc:docMk/>
          <pc:sldMk cId="1262057662" sldId="270"/>
        </pc:sldMkLst>
        <pc:spChg chg="mod">
          <ac:chgData name="紘之 山岡" userId="1178d0b158574975" providerId="Windows Live" clId="Web-{9B8EF148-A63D-4FC4-86D5-F4987FD9B786}" dt="2026-09-21T08:49:05.827" v="1439" actId="20577"/>
          <ac:spMkLst>
            <pc:docMk/>
            <pc:sldMk cId="1262057662" sldId="270"/>
            <ac:spMk id="2" creationId="{DDE69527-EA7B-FA04-2B15-CC25DBD5CC8E}"/>
          </ac:spMkLst>
        </pc:spChg>
        <pc:spChg chg="mod">
          <ac:chgData name="紘之 山岡" userId="1178d0b158574975" providerId="Windows Live" clId="Web-{9B8EF148-A63D-4FC4-86D5-F4987FD9B786}" dt="2026-09-21T08:57:48.752" v="1556" actId="20577"/>
          <ac:spMkLst>
            <pc:docMk/>
            <pc:sldMk cId="1262057662" sldId="270"/>
            <ac:spMk id="3" creationId="{6F3345B1-1790-FD3B-F664-0087E64A21E2}"/>
          </ac:spMkLst>
        </pc:spChg>
      </pc:sldChg>
      <pc:sldChg chg="modSp add replId">
        <pc:chgData name="紘之 山岡" userId="1178d0b158574975" providerId="Windows Live" clId="Web-{9B8EF148-A63D-4FC4-86D5-F4987FD9B786}" dt="2026-09-21T09:00:17.945" v="1607" actId="20577"/>
        <pc:sldMkLst>
          <pc:docMk/>
          <pc:sldMk cId="2138758010" sldId="271"/>
        </pc:sldMkLst>
        <pc:spChg chg="mod">
          <ac:chgData name="紘之 山岡" userId="1178d0b158574975" providerId="Windows Live" clId="Web-{9B8EF148-A63D-4FC4-86D5-F4987FD9B786}" dt="2026-09-21T08:57:28.782" v="1548" actId="20577"/>
          <ac:spMkLst>
            <pc:docMk/>
            <pc:sldMk cId="2138758010" sldId="271"/>
            <ac:spMk id="2" creationId="{E910951A-C0EF-9B3E-B556-50578D2498E5}"/>
          </ac:spMkLst>
        </pc:spChg>
        <pc:spChg chg="mod">
          <ac:chgData name="紘之 山岡" userId="1178d0b158574975" providerId="Windows Live" clId="Web-{9B8EF148-A63D-4FC4-86D5-F4987FD9B786}" dt="2026-09-21T09:00:17.945" v="1607" actId="20577"/>
          <ac:spMkLst>
            <pc:docMk/>
            <pc:sldMk cId="2138758010" sldId="271"/>
            <ac:spMk id="3" creationId="{5C5A308B-8E98-4717-5B3D-0F43CC636B02}"/>
          </ac:spMkLst>
        </pc:spChg>
      </pc:sldChg>
    </pc:docChg>
  </pc:docChgLst>
  <pc:docChgLst>
    <pc:chgData name="紘之 山岡" userId="1178d0b158574975" providerId="Windows Live" clId="Web-{AE9ADA55-6CB8-6DCE-8FAE-FEBEF0CE61A3}"/>
    <pc:docChg chg="modSld">
      <pc:chgData name="紘之 山岡" userId="1178d0b158574975" providerId="Windows Live" clId="Web-{AE9ADA55-6CB8-6DCE-8FAE-FEBEF0CE61A3}" dt="2026-09-21T11:44:40.941" v="175" actId="20577"/>
      <pc:docMkLst>
        <pc:docMk/>
      </pc:docMkLst>
      <pc:sldChg chg="modSp">
        <pc:chgData name="紘之 山岡" userId="1178d0b158574975" providerId="Windows Live" clId="Web-{AE9ADA55-6CB8-6DCE-8FAE-FEBEF0CE61A3}" dt="2026-09-21T11:33:33.995" v="105" actId="20577"/>
        <pc:sldMkLst>
          <pc:docMk/>
          <pc:sldMk cId="2128380218" sldId="256"/>
        </pc:sldMkLst>
        <pc:spChg chg="mod">
          <ac:chgData name="紘之 山岡" userId="1178d0b158574975" providerId="Windows Live" clId="Web-{AE9ADA55-6CB8-6DCE-8FAE-FEBEF0CE61A3}" dt="2026-09-21T11:33:33.995" v="105" actId="20577"/>
          <ac:spMkLst>
            <pc:docMk/>
            <pc:sldMk cId="2128380218" sldId="256"/>
            <ac:spMk id="2" creationId="{00000000-0000-0000-0000-000000000000}"/>
          </ac:spMkLst>
        </pc:spChg>
      </pc:sldChg>
      <pc:sldChg chg="modSp">
        <pc:chgData name="紘之 山岡" userId="1178d0b158574975" providerId="Windows Live" clId="Web-{AE9ADA55-6CB8-6DCE-8FAE-FEBEF0CE61A3}" dt="2026-09-21T11:33:47.558" v="107"/>
        <pc:sldMkLst>
          <pc:docMk/>
          <pc:sldMk cId="1058439619" sldId="259"/>
        </pc:sldMkLst>
        <pc:graphicFrameChg chg="mod modGraphic">
          <ac:chgData name="紘之 山岡" userId="1178d0b158574975" providerId="Windows Live" clId="Web-{AE9ADA55-6CB8-6DCE-8FAE-FEBEF0CE61A3}" dt="2026-09-21T11:33:47.558" v="107"/>
          <ac:graphicFrameMkLst>
            <pc:docMk/>
            <pc:sldMk cId="1058439619" sldId="259"/>
            <ac:graphicFrameMk id="4" creationId="{E21077E1-3D73-C3B3-B5F0-D4789238A20D}"/>
          </ac:graphicFrameMkLst>
        </pc:graphicFrameChg>
      </pc:sldChg>
      <pc:sldChg chg="modSp">
        <pc:chgData name="紘之 山岡" userId="1178d0b158574975" providerId="Windows Live" clId="Web-{AE9ADA55-6CB8-6DCE-8FAE-FEBEF0CE61A3}" dt="2026-09-21T11:33:14.229" v="102" actId="20577"/>
        <pc:sldMkLst>
          <pc:docMk/>
          <pc:sldMk cId="4242366" sldId="260"/>
        </pc:sldMkLst>
        <pc:spChg chg="mod">
          <ac:chgData name="紘之 山岡" userId="1178d0b158574975" providerId="Windows Live" clId="Web-{AE9ADA55-6CB8-6DCE-8FAE-FEBEF0CE61A3}" dt="2026-09-21T11:33:14.229" v="102" actId="20577"/>
          <ac:spMkLst>
            <pc:docMk/>
            <pc:sldMk cId="4242366" sldId="260"/>
            <ac:spMk id="3" creationId="{64173648-5F5E-8EB2-1459-B55F4AE9D42A}"/>
          </ac:spMkLst>
        </pc:spChg>
      </pc:sldChg>
      <pc:sldChg chg="modSp">
        <pc:chgData name="紘之 山岡" userId="1178d0b158574975" providerId="Windows Live" clId="Web-{AE9ADA55-6CB8-6DCE-8FAE-FEBEF0CE61A3}" dt="2026-09-21T11:33:29.120" v="104" actId="20577"/>
        <pc:sldMkLst>
          <pc:docMk/>
          <pc:sldMk cId="193497984" sldId="261"/>
        </pc:sldMkLst>
        <pc:spChg chg="mod">
          <ac:chgData name="紘之 山岡" userId="1178d0b158574975" providerId="Windows Live" clId="Web-{AE9ADA55-6CB8-6DCE-8FAE-FEBEF0CE61A3}" dt="2026-09-21T11:33:29.120" v="104" actId="20577"/>
          <ac:spMkLst>
            <pc:docMk/>
            <pc:sldMk cId="193497984" sldId="261"/>
            <ac:spMk id="3" creationId="{D2E87BBA-7233-C170-C468-479BD7235CD2}"/>
          </ac:spMkLst>
        </pc:spChg>
      </pc:sldChg>
      <pc:sldChg chg="modSp">
        <pc:chgData name="紘之 山岡" userId="1178d0b158574975" providerId="Windows Live" clId="Web-{AE9ADA55-6CB8-6DCE-8FAE-FEBEF0CE61A3}" dt="2026-09-21T11:34:00.829" v="113"/>
        <pc:sldMkLst>
          <pc:docMk/>
          <pc:sldMk cId="1166823624" sldId="262"/>
        </pc:sldMkLst>
        <pc:graphicFrameChg chg="mod modGraphic">
          <ac:chgData name="紘之 山岡" userId="1178d0b158574975" providerId="Windows Live" clId="Web-{AE9ADA55-6CB8-6DCE-8FAE-FEBEF0CE61A3}" dt="2026-09-21T11:34:00.829" v="113"/>
          <ac:graphicFrameMkLst>
            <pc:docMk/>
            <pc:sldMk cId="1166823624" sldId="262"/>
            <ac:graphicFrameMk id="5" creationId="{C0464ADB-7C77-61A1-35A6-071054197C6A}"/>
          </ac:graphicFrameMkLst>
        </pc:graphicFrameChg>
      </pc:sldChg>
      <pc:sldChg chg="modSp">
        <pc:chgData name="紘之 山岡" userId="1178d0b158574975" providerId="Windows Live" clId="Web-{AE9ADA55-6CB8-6DCE-8FAE-FEBEF0CE61A3}" dt="2026-09-21T11:35:23.394" v="137" actId="20577"/>
        <pc:sldMkLst>
          <pc:docMk/>
          <pc:sldMk cId="1785704094" sldId="263"/>
        </pc:sldMkLst>
        <pc:spChg chg="mod">
          <ac:chgData name="紘之 山岡" userId="1178d0b158574975" providerId="Windows Live" clId="Web-{AE9ADA55-6CB8-6DCE-8FAE-FEBEF0CE61A3}" dt="2026-09-21T11:35:23.394" v="137" actId="20577"/>
          <ac:spMkLst>
            <pc:docMk/>
            <pc:sldMk cId="1785704094" sldId="263"/>
            <ac:spMk id="3" creationId="{3D2A1CB8-F67E-D49A-F36F-A0D0F6703BE3}"/>
          </ac:spMkLst>
        </pc:spChg>
      </pc:sldChg>
      <pc:sldChg chg="modSp modNotes">
        <pc:chgData name="紘之 山岡" userId="1178d0b158574975" providerId="Windows Live" clId="Web-{AE9ADA55-6CB8-6DCE-8FAE-FEBEF0CE61A3}" dt="2026-09-21T11:44:40.941" v="175" actId="20577"/>
        <pc:sldMkLst>
          <pc:docMk/>
          <pc:sldMk cId="4103119821" sldId="264"/>
        </pc:sldMkLst>
        <pc:spChg chg="mod">
          <ac:chgData name="紘之 山岡" userId="1178d0b158574975" providerId="Windows Live" clId="Web-{AE9ADA55-6CB8-6DCE-8FAE-FEBEF0CE61A3}" dt="2026-09-21T11:44:40.941" v="175" actId="20577"/>
          <ac:spMkLst>
            <pc:docMk/>
            <pc:sldMk cId="4103119821" sldId="264"/>
            <ac:spMk id="3" creationId="{3806A8A3-266F-3061-C7AD-CE034E3F371E}"/>
          </ac:spMkLst>
        </pc:spChg>
      </pc:sldChg>
      <pc:sldChg chg="modSp">
        <pc:chgData name="紘之 山岡" userId="1178d0b158574975" providerId="Windows Live" clId="Web-{AE9ADA55-6CB8-6DCE-8FAE-FEBEF0CE61A3}" dt="2026-09-21T11:31:22.679" v="87" actId="20577"/>
        <pc:sldMkLst>
          <pc:docMk/>
          <pc:sldMk cId="1734614997" sldId="266"/>
        </pc:sldMkLst>
        <pc:spChg chg="mod">
          <ac:chgData name="紘之 山岡" userId="1178d0b158574975" providerId="Windows Live" clId="Web-{AE9ADA55-6CB8-6DCE-8FAE-FEBEF0CE61A3}" dt="2026-09-21T11:31:22.679" v="87" actId="20577"/>
          <ac:spMkLst>
            <pc:docMk/>
            <pc:sldMk cId="1734614997" sldId="266"/>
            <ac:spMk id="3" creationId="{285630CE-736C-2781-ECAC-E6C2B6DA1220}"/>
          </ac:spMkLst>
        </pc:spChg>
        <pc:graphicFrameChg chg="mod">
          <ac:chgData name="紘之 山岡" userId="1178d0b158574975" providerId="Windows Live" clId="Web-{AE9ADA55-6CB8-6DCE-8FAE-FEBEF0CE61A3}" dt="2026-09-21T11:00:16.144" v="26" actId="1076"/>
          <ac:graphicFrameMkLst>
            <pc:docMk/>
            <pc:sldMk cId="1734614997" sldId="266"/>
            <ac:graphicFrameMk id="4" creationId="{DCCC7EB2-27E2-0B9C-F504-8E4334641E3E}"/>
          </ac:graphicFrameMkLst>
        </pc:graphicFrameChg>
      </pc:sldChg>
      <pc:sldChg chg="modSp">
        <pc:chgData name="紘之 山岡" userId="1178d0b158574975" providerId="Windows Live" clId="Web-{AE9ADA55-6CB8-6DCE-8FAE-FEBEF0CE61A3}" dt="2026-09-21T11:30:24.287" v="76" actId="14100"/>
        <pc:sldMkLst>
          <pc:docMk/>
          <pc:sldMk cId="1850476128" sldId="267"/>
        </pc:sldMkLst>
        <pc:spChg chg="mod">
          <ac:chgData name="紘之 山岡" userId="1178d0b158574975" providerId="Windows Live" clId="Web-{AE9ADA55-6CB8-6DCE-8FAE-FEBEF0CE61A3}" dt="2026-09-21T11:30:24.287" v="76" actId="14100"/>
          <ac:spMkLst>
            <pc:docMk/>
            <pc:sldMk cId="1850476128" sldId="267"/>
            <ac:spMk id="3" creationId="{84A01C69-6A1E-97CD-E868-D96C8CC5FD69}"/>
          </ac:spMkLst>
        </pc:spChg>
      </pc:sldChg>
      <pc:sldChg chg="modSp">
        <pc:chgData name="紘之 山岡" userId="1178d0b158574975" providerId="Windows Live" clId="Web-{AE9ADA55-6CB8-6DCE-8FAE-FEBEF0CE61A3}" dt="2026-09-21T11:34:14.908" v="117" actId="20577"/>
        <pc:sldMkLst>
          <pc:docMk/>
          <pc:sldMk cId="2678125398" sldId="268"/>
        </pc:sldMkLst>
        <pc:spChg chg="mod">
          <ac:chgData name="紘之 山岡" userId="1178d0b158574975" providerId="Windows Live" clId="Web-{AE9ADA55-6CB8-6DCE-8FAE-FEBEF0CE61A3}" dt="2026-09-21T11:34:14.908" v="117" actId="20577"/>
          <ac:spMkLst>
            <pc:docMk/>
            <pc:sldMk cId="2678125398" sldId="268"/>
            <ac:spMk id="3" creationId="{A571F950-1E20-992A-ACC8-9384A9231A19}"/>
          </ac:spMkLst>
        </pc:spChg>
      </pc:sldChg>
      <pc:sldChg chg="modSp">
        <pc:chgData name="紘之 山岡" userId="1178d0b158574975" providerId="Windows Live" clId="Web-{AE9ADA55-6CB8-6DCE-8FAE-FEBEF0CE61A3}" dt="2026-09-21T11:34:42.565" v="123" actId="20577"/>
        <pc:sldMkLst>
          <pc:docMk/>
          <pc:sldMk cId="3348958730" sldId="269"/>
        </pc:sldMkLst>
        <pc:spChg chg="mod">
          <ac:chgData name="紘之 山岡" userId="1178d0b158574975" providerId="Windows Live" clId="Web-{AE9ADA55-6CB8-6DCE-8FAE-FEBEF0CE61A3}" dt="2026-09-21T11:34:42.565" v="123" actId="20577"/>
          <ac:spMkLst>
            <pc:docMk/>
            <pc:sldMk cId="3348958730" sldId="269"/>
            <ac:spMk id="3" creationId="{3A7A1CA0-28B6-080E-8A56-D058105A2A0A}"/>
          </ac:spMkLst>
        </pc:spChg>
      </pc:sldChg>
    </pc:docChg>
  </pc:docChgLst>
  <pc:docChgLst>
    <pc:chgData name="紘之 山岡" userId="1178d0b158574975" providerId="Windows Live" clId="Web-{00000000-0000-0000-0000-000000000000}"/>
    <pc:docChg chg="addSld delSld modSld sldOrd">
      <pc:chgData name="紘之 山岡" userId="1178d0b158574975" providerId="Windows Live" clId="Web-{00000000-0000-0000-0000-000000000000}" dt="2026-09-23T02:53:55.222" v="1998" actId="20577"/>
      <pc:docMkLst>
        <pc:docMk/>
      </pc:docMkLst>
      <pc:sldChg chg="addSp delSp modSp">
        <pc:chgData name="紘之 山岡" userId="1178d0b158574975" providerId="Windows Live" clId="Web-{00000000-0000-0000-0000-000000000000}" dt="2026-09-22T17:53:43.514" v="1930" actId="1076"/>
        <pc:sldMkLst>
          <pc:docMk/>
          <pc:sldMk cId="593787937" sldId="258"/>
        </pc:sldMkLst>
        <pc:spChg chg="mod">
          <ac:chgData name="紘之 山岡" userId="1178d0b158574975" providerId="Windows Live" clId="Web-{00000000-0000-0000-0000-000000000000}" dt="2026-09-22T16:16:34.678" v="71"/>
          <ac:spMkLst>
            <pc:docMk/>
            <pc:sldMk cId="593787937" sldId="258"/>
            <ac:spMk id="2" creationId="{770BC0D9-D705-7FF6-3130-5C3C59D25167}"/>
          </ac:spMkLst>
        </pc:spChg>
        <pc:spChg chg="mod">
          <ac:chgData name="紘之 山岡" userId="1178d0b158574975" providerId="Windows Live" clId="Web-{00000000-0000-0000-0000-000000000000}" dt="2026-09-22T17:53:39.233" v="1929"/>
          <ac:spMkLst>
            <pc:docMk/>
            <pc:sldMk cId="593787937" sldId="258"/>
            <ac:spMk id="3" creationId="{2DF767B7-8F25-92E0-3300-34257038CC1B}"/>
          </ac:spMkLst>
        </pc:spChg>
        <pc:graphicFrameChg chg="add del mod modGraphic">
          <ac:chgData name="紘之 山岡" userId="1178d0b158574975" providerId="Windows Live" clId="Web-{00000000-0000-0000-0000-000000000000}" dt="2026-09-22T17:53:43.514" v="1930" actId="1076"/>
          <ac:graphicFrameMkLst>
            <pc:docMk/>
            <pc:sldMk cId="593787937" sldId="258"/>
            <ac:graphicFrameMk id="4" creationId="{2EB1D0BD-E1DE-F98B-BCC3-065A16585CB7}"/>
          </ac:graphicFrameMkLst>
        </pc:graphicFrameChg>
      </pc:sldChg>
      <pc:sldChg chg="addSp modSp">
        <pc:chgData name="紘之 山岡" userId="1178d0b158574975" providerId="Windows Live" clId="Web-{00000000-0000-0000-0000-000000000000}" dt="2026-09-23T02:50:28.434" v="1937"/>
        <pc:sldMkLst>
          <pc:docMk/>
          <pc:sldMk cId="1058439619" sldId="259"/>
        </pc:sldMkLst>
        <pc:spChg chg="add mod">
          <ac:chgData name="紘之 山岡" userId="1178d0b158574975" providerId="Windows Live" clId="Web-{00000000-0000-0000-0000-000000000000}" dt="2026-09-22T16:21:14.835" v="204"/>
          <ac:spMkLst>
            <pc:docMk/>
            <pc:sldMk cId="1058439619" sldId="259"/>
            <ac:spMk id="3" creationId="{E39091EB-0D96-CA6E-49DB-2D2B79543E43}"/>
          </ac:spMkLst>
        </pc:spChg>
        <pc:graphicFrameChg chg="mod modGraphic">
          <ac:chgData name="紘之 山岡" userId="1178d0b158574975" providerId="Windows Live" clId="Web-{00000000-0000-0000-0000-000000000000}" dt="2026-09-23T02:50:28.434" v="1937"/>
          <ac:graphicFrameMkLst>
            <pc:docMk/>
            <pc:sldMk cId="1058439619" sldId="259"/>
            <ac:graphicFrameMk id="4" creationId="{E21077E1-3D73-C3B3-B5F0-D4789238A20D}"/>
          </ac:graphicFrameMkLst>
        </pc:graphicFrameChg>
      </pc:sldChg>
      <pc:sldChg chg="modSp">
        <pc:chgData name="紘之 山岡" userId="1178d0b158574975" providerId="Windows Live" clId="Web-{00000000-0000-0000-0000-000000000000}" dt="2026-09-22T17:51:31.822" v="1879" actId="20577"/>
        <pc:sldMkLst>
          <pc:docMk/>
          <pc:sldMk cId="193497984" sldId="261"/>
        </pc:sldMkLst>
        <pc:spChg chg="mod">
          <ac:chgData name="紘之 山岡" userId="1178d0b158574975" providerId="Windows Live" clId="Web-{00000000-0000-0000-0000-000000000000}" dt="2026-09-22T17:48:42.176" v="1839" actId="20577"/>
          <ac:spMkLst>
            <pc:docMk/>
            <pc:sldMk cId="193497984" sldId="261"/>
            <ac:spMk id="2" creationId="{54987E6C-288E-32AB-3A62-E492C1B01A6C}"/>
          </ac:spMkLst>
        </pc:spChg>
        <pc:spChg chg="mod">
          <ac:chgData name="紘之 山岡" userId="1178d0b158574975" providerId="Windows Live" clId="Web-{00000000-0000-0000-0000-000000000000}" dt="2026-09-22T17:51:31.822" v="1879" actId="20577"/>
          <ac:spMkLst>
            <pc:docMk/>
            <pc:sldMk cId="193497984" sldId="261"/>
            <ac:spMk id="3" creationId="{D2E87BBA-7233-C170-C468-479BD7235CD2}"/>
          </ac:spMkLst>
        </pc:spChg>
      </pc:sldChg>
      <pc:sldChg chg="modSp">
        <pc:chgData name="紘之 山岡" userId="1178d0b158574975" providerId="Windows Live" clId="Web-{00000000-0000-0000-0000-000000000000}" dt="2026-09-22T16:26:23.181" v="334" actId="20577"/>
        <pc:sldMkLst>
          <pc:docMk/>
          <pc:sldMk cId="1166823624" sldId="262"/>
        </pc:sldMkLst>
        <pc:spChg chg="mod">
          <ac:chgData name="紘之 山岡" userId="1178d0b158574975" providerId="Windows Live" clId="Web-{00000000-0000-0000-0000-000000000000}" dt="2026-09-22T16:26:23.181" v="334" actId="20577"/>
          <ac:spMkLst>
            <pc:docMk/>
            <pc:sldMk cId="1166823624" sldId="262"/>
            <ac:spMk id="3" creationId="{A40F8089-7035-8D8D-B984-DCD5CE3AEAB8}"/>
          </ac:spMkLst>
        </pc:spChg>
        <pc:graphicFrameChg chg="mod modGraphic">
          <ac:chgData name="紘之 山岡" userId="1178d0b158574975" providerId="Windows Live" clId="Web-{00000000-0000-0000-0000-000000000000}" dt="2026-09-22T16:24:53.930" v="298"/>
          <ac:graphicFrameMkLst>
            <pc:docMk/>
            <pc:sldMk cId="1166823624" sldId="262"/>
            <ac:graphicFrameMk id="5" creationId="{C0464ADB-7C77-61A1-35A6-071054197C6A}"/>
          </ac:graphicFrameMkLst>
        </pc:graphicFrameChg>
      </pc:sldChg>
      <pc:sldChg chg="addSp modSp ord">
        <pc:chgData name="紘之 山岡" userId="1178d0b158574975" providerId="Windows Live" clId="Web-{00000000-0000-0000-0000-000000000000}" dt="2026-09-22T17:24:05.970" v="1606"/>
        <pc:sldMkLst>
          <pc:docMk/>
          <pc:sldMk cId="1785704094" sldId="263"/>
        </pc:sldMkLst>
        <pc:spChg chg="mod">
          <ac:chgData name="紘之 山岡" userId="1178d0b158574975" providerId="Windows Live" clId="Web-{00000000-0000-0000-0000-000000000000}" dt="2026-09-22T17:17:26.034" v="1151" actId="20577"/>
          <ac:spMkLst>
            <pc:docMk/>
            <pc:sldMk cId="1785704094" sldId="263"/>
            <ac:spMk id="2" creationId="{00572DD0-B543-5F3A-774B-97E13667DCFE}"/>
          </ac:spMkLst>
        </pc:spChg>
        <pc:spChg chg="mod">
          <ac:chgData name="紘之 山岡" userId="1178d0b158574975" providerId="Windows Live" clId="Web-{00000000-0000-0000-0000-000000000000}" dt="2026-09-22T17:18:10.270" v="1161" actId="20577"/>
          <ac:spMkLst>
            <pc:docMk/>
            <pc:sldMk cId="1785704094" sldId="263"/>
            <ac:spMk id="3" creationId="{3D2A1CB8-F67E-D49A-F36F-A0D0F6703BE3}"/>
          </ac:spMkLst>
        </pc:spChg>
        <pc:graphicFrameChg chg="add mod modGraphic">
          <ac:chgData name="紘之 山岡" userId="1178d0b158574975" providerId="Windows Live" clId="Web-{00000000-0000-0000-0000-000000000000}" dt="2026-09-22T17:24:05.970" v="1606"/>
          <ac:graphicFrameMkLst>
            <pc:docMk/>
            <pc:sldMk cId="1785704094" sldId="263"/>
            <ac:graphicFrameMk id="4" creationId="{A2947224-8499-298D-34F6-A0E5CC0E9391}"/>
          </ac:graphicFrameMkLst>
        </pc:graphicFrameChg>
      </pc:sldChg>
      <pc:sldChg chg="modSp ord">
        <pc:chgData name="紘之 山岡" userId="1178d0b158574975" providerId="Windows Live" clId="Web-{00000000-0000-0000-0000-000000000000}" dt="2026-09-22T16:26:58.806" v="339" actId="20577"/>
        <pc:sldMkLst>
          <pc:docMk/>
          <pc:sldMk cId="4103119821" sldId="264"/>
        </pc:sldMkLst>
        <pc:spChg chg="mod">
          <ac:chgData name="紘之 山岡" userId="1178d0b158574975" providerId="Windows Live" clId="Web-{00000000-0000-0000-0000-000000000000}" dt="2026-09-22T16:26:58.806" v="339" actId="20577"/>
          <ac:spMkLst>
            <pc:docMk/>
            <pc:sldMk cId="4103119821" sldId="264"/>
            <ac:spMk id="2" creationId="{C96F66CF-9E93-D46A-F912-556D1F7A0B20}"/>
          </ac:spMkLst>
        </pc:spChg>
      </pc:sldChg>
      <pc:sldChg chg="modSp add del modNotes">
        <pc:chgData name="紘之 山岡" userId="1178d0b158574975" providerId="Windows Live" clId="Web-{00000000-0000-0000-0000-000000000000}" dt="2026-09-22T16:33:10.117" v="439"/>
        <pc:sldMkLst>
          <pc:docMk/>
          <pc:sldMk cId="4097664063" sldId="265"/>
        </pc:sldMkLst>
        <pc:spChg chg="mod">
          <ac:chgData name="紘之 山岡" userId="1178d0b158574975" providerId="Windows Live" clId="Web-{00000000-0000-0000-0000-000000000000}" dt="2026-09-22T16:32:54.960" v="435" actId="20577"/>
          <ac:spMkLst>
            <pc:docMk/>
            <pc:sldMk cId="4097664063" sldId="265"/>
            <ac:spMk id="3" creationId="{152FCFE7-7674-CC15-5D72-EE12FEBD89F7}"/>
          </ac:spMkLst>
        </pc:spChg>
      </pc:sldChg>
      <pc:sldChg chg="modSp">
        <pc:chgData name="紘之 山岡" userId="1178d0b158574975" providerId="Windows Live" clId="Web-{00000000-0000-0000-0000-000000000000}" dt="2026-09-22T16:52:35.281" v="793" actId="20577"/>
        <pc:sldMkLst>
          <pc:docMk/>
          <pc:sldMk cId="1734614997" sldId="266"/>
        </pc:sldMkLst>
        <pc:spChg chg="mod">
          <ac:chgData name="紘之 山岡" userId="1178d0b158574975" providerId="Windows Live" clId="Web-{00000000-0000-0000-0000-000000000000}" dt="2026-09-22T16:52:35.281" v="793" actId="20577"/>
          <ac:spMkLst>
            <pc:docMk/>
            <pc:sldMk cId="1734614997" sldId="266"/>
            <ac:spMk id="3" creationId="{285630CE-736C-2781-ECAC-E6C2B6DA1220}"/>
          </ac:spMkLst>
        </pc:spChg>
        <pc:graphicFrameChg chg="mod">
          <ac:chgData name="紘之 山岡" userId="1178d0b158574975" providerId="Windows Live" clId="Web-{00000000-0000-0000-0000-000000000000}" dt="2026-09-22T16:51:35.826" v="777" actId="1076"/>
          <ac:graphicFrameMkLst>
            <pc:docMk/>
            <pc:sldMk cId="1734614997" sldId="266"/>
            <ac:graphicFrameMk id="4" creationId="{DCCC7EB2-27E2-0B9C-F504-8E4334641E3E}"/>
          </ac:graphicFrameMkLst>
        </pc:graphicFrameChg>
      </pc:sldChg>
      <pc:sldChg chg="modSp">
        <pc:chgData name="紘之 山岡" userId="1178d0b158574975" providerId="Windows Live" clId="Web-{00000000-0000-0000-0000-000000000000}" dt="2026-09-22T16:58:04.339" v="899" actId="20577"/>
        <pc:sldMkLst>
          <pc:docMk/>
          <pc:sldMk cId="1850476128" sldId="267"/>
        </pc:sldMkLst>
        <pc:spChg chg="mod">
          <ac:chgData name="紘之 山岡" userId="1178d0b158574975" providerId="Windows Live" clId="Web-{00000000-0000-0000-0000-000000000000}" dt="2026-09-22T16:58:04.339" v="899" actId="20577"/>
          <ac:spMkLst>
            <pc:docMk/>
            <pc:sldMk cId="1850476128" sldId="267"/>
            <ac:spMk id="3" creationId="{84A01C69-6A1E-97CD-E868-D96C8CC5FD69}"/>
          </ac:spMkLst>
        </pc:spChg>
      </pc:sldChg>
      <pc:sldChg chg="modSp">
        <pc:chgData name="紘之 山岡" userId="1178d0b158574975" providerId="Windows Live" clId="Web-{00000000-0000-0000-0000-000000000000}" dt="2026-09-22T17:52:18.980" v="1895"/>
        <pc:sldMkLst>
          <pc:docMk/>
          <pc:sldMk cId="2678125398" sldId="268"/>
        </pc:sldMkLst>
        <pc:spChg chg="mod">
          <ac:chgData name="紘之 山岡" userId="1178d0b158574975" providerId="Windows Live" clId="Web-{00000000-0000-0000-0000-000000000000}" dt="2026-09-22T17:52:18.980" v="1895"/>
          <ac:spMkLst>
            <pc:docMk/>
            <pc:sldMk cId="2678125398" sldId="268"/>
            <ac:spMk id="3" creationId="{A571F950-1E20-992A-ACC8-9384A9231A19}"/>
          </ac:spMkLst>
        </pc:spChg>
      </pc:sldChg>
      <pc:sldChg chg="modSp">
        <pc:chgData name="紘之 山岡" userId="1178d0b158574975" providerId="Windows Live" clId="Web-{00000000-0000-0000-0000-000000000000}" dt="2026-09-22T17:07:03.748" v="1015" actId="20577"/>
        <pc:sldMkLst>
          <pc:docMk/>
          <pc:sldMk cId="3348958730" sldId="269"/>
        </pc:sldMkLst>
        <pc:spChg chg="mod">
          <ac:chgData name="紘之 山岡" userId="1178d0b158574975" providerId="Windows Live" clId="Web-{00000000-0000-0000-0000-000000000000}" dt="2026-09-22T17:07:03.748" v="1015" actId="20577"/>
          <ac:spMkLst>
            <pc:docMk/>
            <pc:sldMk cId="3348958730" sldId="269"/>
            <ac:spMk id="3" creationId="{3A7A1CA0-28B6-080E-8A56-D058105A2A0A}"/>
          </ac:spMkLst>
        </pc:spChg>
      </pc:sldChg>
      <pc:sldChg chg="modSp">
        <pc:chgData name="紘之 山岡" userId="1178d0b158574975" providerId="Windows Live" clId="Web-{00000000-0000-0000-0000-000000000000}" dt="2026-09-22T17:08:59.767" v="1038" actId="20577"/>
        <pc:sldMkLst>
          <pc:docMk/>
          <pc:sldMk cId="1262057662" sldId="270"/>
        </pc:sldMkLst>
        <pc:spChg chg="mod">
          <ac:chgData name="紘之 山岡" userId="1178d0b158574975" providerId="Windows Live" clId="Web-{00000000-0000-0000-0000-000000000000}" dt="2026-09-22T17:08:59.767" v="1038" actId="20577"/>
          <ac:spMkLst>
            <pc:docMk/>
            <pc:sldMk cId="1262057662" sldId="270"/>
            <ac:spMk id="3" creationId="{6F3345B1-1790-FD3B-F664-0087E64A21E2}"/>
          </ac:spMkLst>
        </pc:spChg>
      </pc:sldChg>
      <pc:sldChg chg="modSp">
        <pc:chgData name="紘之 山岡" userId="1178d0b158574975" providerId="Windows Live" clId="Web-{00000000-0000-0000-0000-000000000000}" dt="2026-09-22T17:15:54.453" v="1143" actId="20577"/>
        <pc:sldMkLst>
          <pc:docMk/>
          <pc:sldMk cId="2138758010" sldId="271"/>
        </pc:sldMkLst>
        <pc:spChg chg="mod">
          <ac:chgData name="紘之 山岡" userId="1178d0b158574975" providerId="Windows Live" clId="Web-{00000000-0000-0000-0000-000000000000}" dt="2026-09-22T17:15:54.453" v="1143" actId="20577"/>
          <ac:spMkLst>
            <pc:docMk/>
            <pc:sldMk cId="2138758010" sldId="271"/>
            <ac:spMk id="3" creationId="{5C5A308B-8E98-4717-5B3D-0F43CC636B02}"/>
          </ac:spMkLst>
        </pc:spChg>
      </pc:sldChg>
      <pc:sldChg chg="modSp">
        <pc:chgData name="紘之 山岡" userId="1178d0b158574975" providerId="Windows Live" clId="Web-{00000000-0000-0000-0000-000000000000}" dt="2026-09-22T17:54:05.187" v="1935"/>
        <pc:sldMkLst>
          <pc:docMk/>
          <pc:sldMk cId="1673978684" sldId="272"/>
        </pc:sldMkLst>
        <pc:spChg chg="mod">
          <ac:chgData name="紘之 山岡" userId="1178d0b158574975" providerId="Windows Live" clId="Web-{00000000-0000-0000-0000-000000000000}" dt="2026-09-22T17:54:05.187" v="1935"/>
          <ac:spMkLst>
            <pc:docMk/>
            <pc:sldMk cId="1673978684" sldId="272"/>
            <ac:spMk id="3" creationId="{9954F03B-215E-D579-C8EE-DB713FF12B6E}"/>
          </ac:spMkLst>
        </pc:spChg>
      </pc:sldChg>
      <pc:sldChg chg="modSp add replId">
        <pc:chgData name="紘之 山岡" userId="1178d0b158574975" providerId="Windows Live" clId="Web-{00000000-0000-0000-0000-000000000000}" dt="2026-09-23T02:51:37.046" v="1952" actId="20577"/>
        <pc:sldMkLst>
          <pc:docMk/>
          <pc:sldMk cId="3207894746" sldId="273"/>
        </pc:sldMkLst>
        <pc:spChg chg="mod">
          <ac:chgData name="紘之 山岡" userId="1178d0b158574975" providerId="Windows Live" clId="Web-{00000000-0000-0000-0000-000000000000}" dt="2026-09-22T16:33:17.273" v="444" actId="20577"/>
          <ac:spMkLst>
            <pc:docMk/>
            <pc:sldMk cId="3207894746" sldId="273"/>
            <ac:spMk id="2" creationId="{29929B8F-2EBE-61D9-4527-360253180B55}"/>
          </ac:spMkLst>
        </pc:spChg>
        <pc:spChg chg="mod">
          <ac:chgData name="紘之 山岡" userId="1178d0b158574975" providerId="Windows Live" clId="Web-{00000000-0000-0000-0000-000000000000}" dt="2026-09-23T02:51:37.046" v="1952" actId="20577"/>
          <ac:spMkLst>
            <pc:docMk/>
            <pc:sldMk cId="3207894746" sldId="273"/>
            <ac:spMk id="3" creationId="{7057492C-C50F-997D-2A41-09C05CF5626D}"/>
          </ac:spMkLst>
        </pc:spChg>
      </pc:sldChg>
      <pc:sldChg chg="modSp add replId">
        <pc:chgData name="紘之 山岡" userId="1178d0b158574975" providerId="Windows Live" clId="Web-{00000000-0000-0000-0000-000000000000}" dt="2026-09-23T02:52:49.689" v="1986" actId="20577"/>
        <pc:sldMkLst>
          <pc:docMk/>
          <pc:sldMk cId="3383378889" sldId="274"/>
        </pc:sldMkLst>
        <pc:spChg chg="mod">
          <ac:chgData name="紘之 山岡" userId="1178d0b158574975" providerId="Windows Live" clId="Web-{00000000-0000-0000-0000-000000000000}" dt="2026-09-22T16:40:09.240" v="566" actId="20577"/>
          <ac:spMkLst>
            <pc:docMk/>
            <pc:sldMk cId="3383378889" sldId="274"/>
            <ac:spMk id="2" creationId="{33916BE8-0A45-F713-35FB-0B8C5397A8E6}"/>
          </ac:spMkLst>
        </pc:spChg>
        <pc:spChg chg="mod">
          <ac:chgData name="紘之 山岡" userId="1178d0b158574975" providerId="Windows Live" clId="Web-{00000000-0000-0000-0000-000000000000}" dt="2026-09-23T02:52:49.689" v="1986" actId="20577"/>
          <ac:spMkLst>
            <pc:docMk/>
            <pc:sldMk cId="3383378889" sldId="274"/>
            <ac:spMk id="3" creationId="{20005A49-88B0-C577-3EFD-9C358BB74FB0}"/>
          </ac:spMkLst>
        </pc:spChg>
      </pc:sldChg>
      <pc:sldChg chg="delSp modSp add replId">
        <pc:chgData name="紘之 山岡" userId="1178d0b158574975" providerId="Windows Live" clId="Web-{00000000-0000-0000-0000-000000000000}" dt="2026-09-23T02:53:55.222" v="1998" actId="20577"/>
        <pc:sldMkLst>
          <pc:docMk/>
          <pc:sldMk cId="1369532377" sldId="275"/>
        </pc:sldMkLst>
        <pc:spChg chg="mod">
          <ac:chgData name="紘之 山岡" userId="1178d0b158574975" providerId="Windows Live" clId="Web-{00000000-0000-0000-0000-000000000000}" dt="2026-09-22T16:52:50.469" v="805" actId="20577"/>
          <ac:spMkLst>
            <pc:docMk/>
            <pc:sldMk cId="1369532377" sldId="275"/>
            <ac:spMk id="2" creationId="{D59C2A7B-0331-A53F-E364-399B3450E0A4}"/>
          </ac:spMkLst>
        </pc:spChg>
        <pc:spChg chg="mod">
          <ac:chgData name="紘之 山岡" userId="1178d0b158574975" providerId="Windows Live" clId="Web-{00000000-0000-0000-0000-000000000000}" dt="2026-09-23T02:53:55.222" v="1998" actId="20577"/>
          <ac:spMkLst>
            <pc:docMk/>
            <pc:sldMk cId="1369532377" sldId="275"/>
            <ac:spMk id="3" creationId="{A18C5912-9318-42B8-E418-393C0308512F}"/>
          </ac:spMkLst>
        </pc:spChg>
        <pc:graphicFrameChg chg="del mod">
          <ac:chgData name="紘之 山岡" userId="1178d0b158574975" providerId="Windows Live" clId="Web-{00000000-0000-0000-0000-000000000000}" dt="2026-09-22T16:53:08.813" v="813"/>
          <ac:graphicFrameMkLst>
            <pc:docMk/>
            <pc:sldMk cId="1369532377" sldId="275"/>
            <ac:graphicFrameMk id="4" creationId="{0AB6858C-796B-2517-133D-A195F94EE3BE}"/>
          </ac:graphicFrameMkLst>
        </pc:graphicFrameChg>
      </pc:sldChg>
      <pc:sldChg chg="modSp add replId">
        <pc:chgData name="紘之 山岡" userId="1178d0b158574975" providerId="Windows Live" clId="Web-{00000000-0000-0000-0000-000000000000}" dt="2026-09-22T17:52:03.980" v="1888" actId="20577"/>
        <pc:sldMkLst>
          <pc:docMk/>
          <pc:sldMk cId="531347626" sldId="276"/>
        </pc:sldMkLst>
        <pc:spChg chg="mod">
          <ac:chgData name="紘之 山岡" userId="1178d0b158574975" providerId="Windows Live" clId="Web-{00000000-0000-0000-0000-000000000000}" dt="2026-09-22T17:26:55.194" v="1618" actId="20577"/>
          <ac:spMkLst>
            <pc:docMk/>
            <pc:sldMk cId="531347626" sldId="276"/>
            <ac:spMk id="2" creationId="{1AC1E4AA-0890-9246-9453-D625EF03177B}"/>
          </ac:spMkLst>
        </pc:spChg>
        <pc:spChg chg="mod">
          <ac:chgData name="紘之 山岡" userId="1178d0b158574975" providerId="Windows Live" clId="Web-{00000000-0000-0000-0000-000000000000}" dt="2026-09-22T17:52:03.980" v="1888" actId="20577"/>
          <ac:spMkLst>
            <pc:docMk/>
            <pc:sldMk cId="531347626" sldId="276"/>
            <ac:spMk id="3" creationId="{08354C6C-3A52-FF48-0488-809B346594D7}"/>
          </ac:spMkLst>
        </pc:spChg>
      </pc:sldChg>
      <pc:sldChg chg="add del replId">
        <pc:chgData name="紘之 山岡" userId="1178d0b158574975" providerId="Windows Live" clId="Web-{00000000-0000-0000-0000-000000000000}" dt="2026-09-22T16:52:57.297" v="808"/>
        <pc:sldMkLst>
          <pc:docMk/>
          <pc:sldMk cId="1637436886" sldId="276"/>
        </pc:sldMkLst>
      </pc:sldChg>
      <pc:sldChg chg="add del replId">
        <pc:chgData name="紘之 山岡" userId="1178d0b158574975" providerId="Windows Live" clId="Web-{00000000-0000-0000-0000-000000000000}" dt="2026-09-22T17:47:55.377" v="1830"/>
        <pc:sldMkLst>
          <pc:docMk/>
          <pc:sldMk cId="2165097735" sldId="277"/>
        </pc:sldMkLst>
      </pc:sldChg>
      <pc:sldChg chg="modSp add replId">
        <pc:chgData name="紘之 山岡" userId="1178d0b158574975" providerId="Windows Live" clId="Web-{00000000-0000-0000-0000-000000000000}" dt="2026-09-22T17:45:12.700" v="1780" actId="20577"/>
        <pc:sldMkLst>
          <pc:docMk/>
          <pc:sldMk cId="4119596414" sldId="278"/>
        </pc:sldMkLst>
        <pc:spChg chg="mod">
          <ac:chgData name="紘之 山岡" userId="1178d0b158574975" providerId="Windows Live" clId="Web-{00000000-0000-0000-0000-000000000000}" dt="2026-09-22T17:27:10.897" v="1621" actId="20577"/>
          <ac:spMkLst>
            <pc:docMk/>
            <pc:sldMk cId="4119596414" sldId="278"/>
            <ac:spMk id="2" creationId="{2D4CC74D-3D3C-996D-C405-51CE2CCEA2B4}"/>
          </ac:spMkLst>
        </pc:spChg>
        <pc:spChg chg="mod">
          <ac:chgData name="紘之 山岡" userId="1178d0b158574975" providerId="Windows Live" clId="Web-{00000000-0000-0000-0000-000000000000}" dt="2026-09-22T17:45:12.700" v="1780" actId="20577"/>
          <ac:spMkLst>
            <pc:docMk/>
            <pc:sldMk cId="4119596414" sldId="278"/>
            <ac:spMk id="3" creationId="{271F6FC1-C11B-C533-0044-95E1F0AB7008}"/>
          </ac:spMkLst>
        </pc:spChg>
      </pc:sldChg>
      <pc:sldChg chg="modSp add replId">
        <pc:chgData name="紘之 山岡" userId="1178d0b158574975" providerId="Windows Live" clId="Web-{00000000-0000-0000-0000-000000000000}" dt="2026-09-22T17:51:44.354" v="1884"/>
        <pc:sldMkLst>
          <pc:docMk/>
          <pc:sldMk cId="3436521040" sldId="279"/>
        </pc:sldMkLst>
        <pc:spChg chg="mod">
          <ac:chgData name="紘之 山岡" userId="1178d0b158574975" providerId="Windows Live" clId="Web-{00000000-0000-0000-0000-000000000000}" dt="2026-09-22T17:46:43.140" v="1805" actId="20577"/>
          <ac:spMkLst>
            <pc:docMk/>
            <pc:sldMk cId="3436521040" sldId="279"/>
            <ac:spMk id="2" creationId="{59D53B85-F8E6-9939-B2A7-E7689F6B330D}"/>
          </ac:spMkLst>
        </pc:spChg>
        <pc:spChg chg="mod">
          <ac:chgData name="紘之 山岡" userId="1178d0b158574975" providerId="Windows Live" clId="Web-{00000000-0000-0000-0000-000000000000}" dt="2026-09-22T17:51:44.354" v="1884"/>
          <ac:spMkLst>
            <pc:docMk/>
            <pc:sldMk cId="3436521040" sldId="279"/>
            <ac:spMk id="3" creationId="{2C269DEF-8501-A8F9-60D2-023C3DDAE2A1}"/>
          </ac:spMkLst>
        </pc:spChg>
      </pc:sldChg>
    </pc:docChg>
  </pc:docChgLst>
  <pc:docChgLst>
    <pc:chgData name="紘之 山岡" userId="1178d0b158574975" providerId="Windows Live" clId="Web-{A730A279-8DA7-5B23-D9C0-B917BA7E6A56}"/>
    <pc:docChg chg="addSld delSld modSld sldOrd">
      <pc:chgData name="紘之 山岡" userId="1178d0b158574975" providerId="Windows Live" clId="Web-{A730A279-8DA7-5B23-D9C0-B917BA7E6A56}" dt="2026-09-22T16:14:15.778" v="654" actId="20577"/>
      <pc:docMkLst>
        <pc:docMk/>
      </pc:docMkLst>
      <pc:sldChg chg="modSp">
        <pc:chgData name="紘之 山岡" userId="1178d0b158574975" providerId="Windows Live" clId="Web-{A730A279-8DA7-5B23-D9C0-B917BA7E6A56}" dt="2026-09-22T16:07:01.375" v="588" actId="20577"/>
        <pc:sldMkLst>
          <pc:docMk/>
          <pc:sldMk cId="2128380218" sldId="256"/>
        </pc:sldMkLst>
        <pc:spChg chg="mod">
          <ac:chgData name="紘之 山岡" userId="1178d0b158574975" providerId="Windows Live" clId="Web-{A730A279-8DA7-5B23-D9C0-B917BA7E6A56}" dt="2026-09-22T16:07:01.375" v="588" actId="20577"/>
          <ac:spMkLst>
            <pc:docMk/>
            <pc:sldMk cId="2128380218" sldId="256"/>
            <ac:spMk id="2" creationId="{00000000-0000-0000-0000-000000000000}"/>
          </ac:spMkLst>
        </pc:spChg>
      </pc:sldChg>
      <pc:sldChg chg="modSp">
        <pc:chgData name="紘之 山岡" userId="1178d0b158574975" providerId="Windows Live" clId="Web-{A730A279-8DA7-5B23-D9C0-B917BA7E6A56}" dt="2026-09-22T16:11:33.586" v="641" actId="20577"/>
        <pc:sldMkLst>
          <pc:docMk/>
          <pc:sldMk cId="276917981" sldId="257"/>
        </pc:sldMkLst>
        <pc:spChg chg="mod">
          <ac:chgData name="紘之 山岡" userId="1178d0b158574975" providerId="Windows Live" clId="Web-{A730A279-8DA7-5B23-D9C0-B917BA7E6A56}" dt="2026-09-22T16:11:33.586" v="641" actId="20577"/>
          <ac:spMkLst>
            <pc:docMk/>
            <pc:sldMk cId="276917981" sldId="257"/>
            <ac:spMk id="3" creationId="{7F990FAB-4096-25CB-9764-E70437CFF5FA}"/>
          </ac:spMkLst>
        </pc:spChg>
      </pc:sldChg>
      <pc:sldChg chg="modSp">
        <pc:chgData name="紘之 山岡" userId="1178d0b158574975" providerId="Windows Live" clId="Web-{A730A279-8DA7-5B23-D9C0-B917BA7E6A56}" dt="2026-09-22T16:14:15.778" v="654" actId="20577"/>
        <pc:sldMkLst>
          <pc:docMk/>
          <pc:sldMk cId="593787937" sldId="258"/>
        </pc:sldMkLst>
        <pc:spChg chg="mod">
          <ac:chgData name="紘之 山岡" userId="1178d0b158574975" providerId="Windows Live" clId="Web-{A730A279-8DA7-5B23-D9C0-B917BA7E6A56}" dt="2026-09-22T16:14:15.778" v="654" actId="20577"/>
          <ac:spMkLst>
            <pc:docMk/>
            <pc:sldMk cId="593787937" sldId="258"/>
            <ac:spMk id="3" creationId="{2DF767B7-8F25-92E0-3300-34257038CC1B}"/>
          </ac:spMkLst>
        </pc:spChg>
      </pc:sldChg>
      <pc:sldChg chg="modSp">
        <pc:chgData name="紘之 山岡" userId="1178d0b158574975" providerId="Windows Live" clId="Web-{A730A279-8DA7-5B23-D9C0-B917BA7E6A56}" dt="2026-09-22T08:47:09.944" v="31"/>
        <pc:sldMkLst>
          <pc:docMk/>
          <pc:sldMk cId="1058439619" sldId="259"/>
        </pc:sldMkLst>
        <pc:graphicFrameChg chg="mod modGraphic">
          <ac:chgData name="紘之 山岡" userId="1178d0b158574975" providerId="Windows Live" clId="Web-{A730A279-8DA7-5B23-D9C0-B917BA7E6A56}" dt="2026-09-22T08:47:09.944" v="31"/>
          <ac:graphicFrameMkLst>
            <pc:docMk/>
            <pc:sldMk cId="1058439619" sldId="259"/>
            <ac:graphicFrameMk id="4" creationId="{E21077E1-3D73-C3B3-B5F0-D4789238A20D}"/>
          </ac:graphicFrameMkLst>
        </pc:graphicFrameChg>
      </pc:sldChg>
      <pc:sldChg chg="modSp add del">
        <pc:chgData name="紘之 山岡" userId="1178d0b158574975" providerId="Windows Live" clId="Web-{A730A279-8DA7-5B23-D9C0-B917BA7E6A56}" dt="2026-09-22T14:59:41.977" v="583" actId="20577"/>
        <pc:sldMkLst>
          <pc:docMk/>
          <pc:sldMk cId="4242366" sldId="260"/>
        </pc:sldMkLst>
        <pc:spChg chg="mod">
          <ac:chgData name="紘之 山岡" userId="1178d0b158574975" providerId="Windows Live" clId="Web-{A730A279-8DA7-5B23-D9C0-B917BA7E6A56}" dt="2026-09-22T14:59:41.977" v="583" actId="20577"/>
          <ac:spMkLst>
            <pc:docMk/>
            <pc:sldMk cId="4242366" sldId="260"/>
            <ac:spMk id="2" creationId="{1DF56862-2515-92A0-7713-B16AB428B104}"/>
          </ac:spMkLst>
        </pc:spChg>
        <pc:spChg chg="mod">
          <ac:chgData name="紘之 山岡" userId="1178d0b158574975" providerId="Windows Live" clId="Web-{A730A279-8DA7-5B23-D9C0-B917BA7E6A56}" dt="2026-09-22T13:24:44.679" v="445" actId="20577"/>
          <ac:spMkLst>
            <pc:docMk/>
            <pc:sldMk cId="4242366" sldId="260"/>
            <ac:spMk id="3" creationId="{64173648-5F5E-8EB2-1459-B55F4AE9D42A}"/>
          </ac:spMkLst>
        </pc:spChg>
      </pc:sldChg>
      <pc:sldChg chg="modSp add del">
        <pc:chgData name="紘之 山岡" userId="1178d0b158574975" providerId="Windows Live" clId="Web-{A730A279-8DA7-5B23-D9C0-B917BA7E6A56}" dt="2026-09-22T14:59:47.289" v="585" actId="20577"/>
        <pc:sldMkLst>
          <pc:docMk/>
          <pc:sldMk cId="193497984" sldId="261"/>
        </pc:sldMkLst>
        <pc:spChg chg="mod">
          <ac:chgData name="紘之 山岡" userId="1178d0b158574975" providerId="Windows Live" clId="Web-{A730A279-8DA7-5B23-D9C0-B917BA7E6A56}" dt="2026-09-22T14:59:47.289" v="585" actId="20577"/>
          <ac:spMkLst>
            <pc:docMk/>
            <pc:sldMk cId="193497984" sldId="261"/>
            <ac:spMk id="2" creationId="{54987E6C-288E-32AB-3A62-E492C1B01A6C}"/>
          </ac:spMkLst>
        </pc:spChg>
      </pc:sldChg>
      <pc:sldChg chg="modSp ord">
        <pc:chgData name="紘之 山岡" userId="1178d0b158574975" providerId="Windows Live" clId="Web-{A730A279-8DA7-5B23-D9C0-B917BA7E6A56}" dt="2026-09-22T13:34:26.868" v="547"/>
        <pc:sldMkLst>
          <pc:docMk/>
          <pc:sldMk cId="1166823624" sldId="262"/>
        </pc:sldMkLst>
        <pc:spChg chg="mod">
          <ac:chgData name="紘之 山岡" userId="1178d0b158574975" providerId="Windows Live" clId="Web-{A730A279-8DA7-5B23-D9C0-B917BA7E6A56}" dt="2026-09-22T13:27:41.200" v="488" actId="20577"/>
          <ac:spMkLst>
            <pc:docMk/>
            <pc:sldMk cId="1166823624" sldId="262"/>
            <ac:spMk id="2" creationId="{9BAD071C-00B5-5C5C-6697-A8E2444F5C7F}"/>
          </ac:spMkLst>
        </pc:spChg>
        <pc:spChg chg="mod">
          <ac:chgData name="紘之 山岡" userId="1178d0b158574975" providerId="Windows Live" clId="Web-{A730A279-8DA7-5B23-D9C0-B917BA7E6A56}" dt="2026-09-22T13:25:57.150" v="460" actId="20577"/>
          <ac:spMkLst>
            <pc:docMk/>
            <pc:sldMk cId="1166823624" sldId="262"/>
            <ac:spMk id="3" creationId="{A40F8089-7035-8D8D-B984-DCD5CE3AEAB8}"/>
          </ac:spMkLst>
        </pc:spChg>
        <pc:graphicFrameChg chg="mod modGraphic">
          <ac:chgData name="紘之 山岡" userId="1178d0b158574975" providerId="Windows Live" clId="Web-{A730A279-8DA7-5B23-D9C0-B917BA7E6A56}" dt="2026-09-22T13:34:26.868" v="547"/>
          <ac:graphicFrameMkLst>
            <pc:docMk/>
            <pc:sldMk cId="1166823624" sldId="262"/>
            <ac:graphicFrameMk id="5" creationId="{C0464ADB-7C77-61A1-35A6-071054197C6A}"/>
          </ac:graphicFrameMkLst>
        </pc:graphicFrameChg>
      </pc:sldChg>
      <pc:sldChg chg="delSp modSp ord">
        <pc:chgData name="紘之 山岡" userId="1178d0b158574975" providerId="Windows Live" clId="Web-{A730A279-8DA7-5B23-D9C0-B917BA7E6A56}" dt="2026-09-22T13:29:00.780" v="506" actId="20577"/>
        <pc:sldMkLst>
          <pc:docMk/>
          <pc:sldMk cId="1785704094" sldId="263"/>
        </pc:sldMkLst>
        <pc:spChg chg="mod">
          <ac:chgData name="紘之 山岡" userId="1178d0b158574975" providerId="Windows Live" clId="Web-{A730A279-8DA7-5B23-D9C0-B917BA7E6A56}" dt="2026-09-22T13:27:50.403" v="493" actId="20577"/>
          <ac:spMkLst>
            <pc:docMk/>
            <pc:sldMk cId="1785704094" sldId="263"/>
            <ac:spMk id="2" creationId="{00572DD0-B543-5F3A-774B-97E13667DCFE}"/>
          </ac:spMkLst>
        </pc:spChg>
        <pc:spChg chg="mod">
          <ac:chgData name="紘之 山岡" userId="1178d0b158574975" providerId="Windows Live" clId="Web-{A730A279-8DA7-5B23-D9C0-B917BA7E6A56}" dt="2026-09-22T13:29:00.780" v="506" actId="20577"/>
          <ac:spMkLst>
            <pc:docMk/>
            <pc:sldMk cId="1785704094" sldId="263"/>
            <ac:spMk id="3" creationId="{3D2A1CB8-F67E-D49A-F36F-A0D0F6703BE3}"/>
          </ac:spMkLst>
        </pc:spChg>
        <pc:graphicFrameChg chg="del mod modGraphic">
          <ac:chgData name="紘之 山岡" userId="1178d0b158574975" providerId="Windows Live" clId="Web-{A730A279-8DA7-5B23-D9C0-B917BA7E6A56}" dt="2026-09-22T12:47:03.984" v="408"/>
          <ac:graphicFrameMkLst>
            <pc:docMk/>
            <pc:sldMk cId="1785704094" sldId="263"/>
            <ac:graphicFrameMk id="5" creationId="{7DB45F38-758E-A353-5531-34C67F89CF2E}"/>
          </ac:graphicFrameMkLst>
        </pc:graphicFrameChg>
      </pc:sldChg>
      <pc:sldChg chg="modSp">
        <pc:chgData name="紘之 山岡" userId="1178d0b158574975" providerId="Windows Live" clId="Web-{A730A279-8DA7-5B23-D9C0-B917BA7E6A56}" dt="2026-09-22T12:48:14.189" v="427" actId="20577"/>
        <pc:sldMkLst>
          <pc:docMk/>
          <pc:sldMk cId="4103119821" sldId="264"/>
        </pc:sldMkLst>
        <pc:spChg chg="mod">
          <ac:chgData name="紘之 山岡" userId="1178d0b158574975" providerId="Windows Live" clId="Web-{A730A279-8DA7-5B23-D9C0-B917BA7E6A56}" dt="2026-09-22T12:48:14.189" v="427" actId="20577"/>
          <ac:spMkLst>
            <pc:docMk/>
            <pc:sldMk cId="4103119821" sldId="264"/>
            <ac:spMk id="3" creationId="{3806A8A3-266F-3061-C7AD-CE034E3F371E}"/>
          </ac:spMkLst>
        </pc:spChg>
      </pc:sldChg>
      <pc:sldChg chg="modSp">
        <pc:chgData name="紘之 山岡" userId="1178d0b158574975" providerId="Windows Live" clId="Web-{A730A279-8DA7-5B23-D9C0-B917BA7E6A56}" dt="2026-09-22T13:30:28.252" v="514" actId="20577"/>
        <pc:sldMkLst>
          <pc:docMk/>
          <pc:sldMk cId="4097664063" sldId="265"/>
        </pc:sldMkLst>
        <pc:spChg chg="mod">
          <ac:chgData name="紘之 山岡" userId="1178d0b158574975" providerId="Windows Live" clId="Web-{A730A279-8DA7-5B23-D9C0-B917BA7E6A56}" dt="2026-09-22T13:30:28.252" v="514" actId="20577"/>
          <ac:spMkLst>
            <pc:docMk/>
            <pc:sldMk cId="4097664063" sldId="265"/>
            <ac:spMk id="3" creationId="{152FCFE7-7674-CC15-5D72-EE12FEBD89F7}"/>
          </ac:spMkLst>
        </pc:spChg>
      </pc:sldChg>
      <pc:sldChg chg="modSp modNotes">
        <pc:chgData name="紘之 山岡" userId="1178d0b158574975" providerId="Windows Live" clId="Web-{A730A279-8DA7-5B23-D9C0-B917BA7E6A56}" dt="2026-09-22T13:32:22.536" v="529" actId="20577"/>
        <pc:sldMkLst>
          <pc:docMk/>
          <pc:sldMk cId="1734614997" sldId="266"/>
        </pc:sldMkLst>
        <pc:spChg chg="mod">
          <ac:chgData name="紘之 山岡" userId="1178d0b158574975" providerId="Windows Live" clId="Web-{A730A279-8DA7-5B23-D9C0-B917BA7E6A56}" dt="2026-09-22T13:32:22.536" v="529" actId="20577"/>
          <ac:spMkLst>
            <pc:docMk/>
            <pc:sldMk cId="1734614997" sldId="266"/>
            <ac:spMk id="3" creationId="{285630CE-736C-2781-ECAC-E6C2B6DA1220}"/>
          </ac:spMkLst>
        </pc:spChg>
        <pc:graphicFrameChg chg="mod modGraphic">
          <ac:chgData name="紘之 山岡" userId="1178d0b158574975" providerId="Windows Live" clId="Web-{A730A279-8DA7-5B23-D9C0-B917BA7E6A56}" dt="2026-09-22T13:32:02.801" v="524"/>
          <ac:graphicFrameMkLst>
            <pc:docMk/>
            <pc:sldMk cId="1734614997" sldId="266"/>
            <ac:graphicFrameMk id="4" creationId="{DCCC7EB2-27E2-0B9C-F504-8E4334641E3E}"/>
          </ac:graphicFrameMkLst>
        </pc:graphicFrameChg>
      </pc:sldChg>
      <pc:sldChg chg="modSp">
        <pc:chgData name="紘之 山岡" userId="1178d0b158574975" providerId="Windows Live" clId="Web-{A730A279-8DA7-5B23-D9C0-B917BA7E6A56}" dt="2026-09-22T13:23:59.365" v="440" actId="20577"/>
        <pc:sldMkLst>
          <pc:docMk/>
          <pc:sldMk cId="1850476128" sldId="267"/>
        </pc:sldMkLst>
        <pc:spChg chg="mod">
          <ac:chgData name="紘之 山岡" userId="1178d0b158574975" providerId="Windows Live" clId="Web-{A730A279-8DA7-5B23-D9C0-B917BA7E6A56}" dt="2026-09-22T13:23:59.365" v="440" actId="20577"/>
          <ac:spMkLst>
            <pc:docMk/>
            <pc:sldMk cId="1850476128" sldId="267"/>
            <ac:spMk id="3" creationId="{84A01C69-6A1E-97CD-E868-D96C8CC5FD69}"/>
          </ac:spMkLst>
        </pc:spChg>
      </pc:sldChg>
      <pc:sldChg chg="modSp modNotes">
        <pc:chgData name="紘之 山岡" userId="1178d0b158574975" providerId="Windows Live" clId="Web-{A730A279-8DA7-5B23-D9C0-B917BA7E6A56}" dt="2026-09-22T13:38:14.016" v="565"/>
        <pc:sldMkLst>
          <pc:docMk/>
          <pc:sldMk cId="2678125398" sldId="268"/>
        </pc:sldMkLst>
        <pc:spChg chg="mod">
          <ac:chgData name="紘之 山岡" userId="1178d0b158574975" providerId="Windows Live" clId="Web-{A730A279-8DA7-5B23-D9C0-B917BA7E6A56}" dt="2026-09-22T13:34:00.321" v="534" actId="20577"/>
          <ac:spMkLst>
            <pc:docMk/>
            <pc:sldMk cId="2678125398" sldId="268"/>
            <ac:spMk id="3" creationId="{A571F950-1E20-992A-ACC8-9384A9231A19}"/>
          </ac:spMkLst>
        </pc:spChg>
      </pc:sldChg>
      <pc:sldChg chg="modSp modNotes">
        <pc:chgData name="紘之 山岡" userId="1178d0b158574975" providerId="Windows Live" clId="Web-{A730A279-8DA7-5B23-D9C0-B917BA7E6A56}" dt="2026-09-22T13:38:15.750" v="566"/>
        <pc:sldMkLst>
          <pc:docMk/>
          <pc:sldMk cId="3348958730" sldId="269"/>
        </pc:sldMkLst>
        <pc:spChg chg="mod">
          <ac:chgData name="紘之 山岡" userId="1178d0b158574975" providerId="Windows Live" clId="Web-{A730A279-8DA7-5B23-D9C0-B917BA7E6A56}" dt="2026-09-22T13:34:19.446" v="539" actId="20577"/>
          <ac:spMkLst>
            <pc:docMk/>
            <pc:sldMk cId="3348958730" sldId="269"/>
            <ac:spMk id="3" creationId="{3A7A1CA0-28B6-080E-8A56-D058105A2A0A}"/>
          </ac:spMkLst>
        </pc:spChg>
      </pc:sldChg>
      <pc:sldChg chg="modSp modNotes">
        <pc:chgData name="紘之 山岡" userId="1178d0b158574975" providerId="Windows Live" clId="Web-{A730A279-8DA7-5B23-D9C0-B917BA7E6A56}" dt="2026-09-22T13:38:17.141" v="567"/>
        <pc:sldMkLst>
          <pc:docMk/>
          <pc:sldMk cId="1262057662" sldId="270"/>
        </pc:sldMkLst>
        <pc:spChg chg="mod">
          <ac:chgData name="紘之 山岡" userId="1178d0b158574975" providerId="Windows Live" clId="Web-{A730A279-8DA7-5B23-D9C0-B917BA7E6A56}" dt="2026-09-22T13:37:52.015" v="564" actId="20577"/>
          <ac:spMkLst>
            <pc:docMk/>
            <pc:sldMk cId="1262057662" sldId="270"/>
            <ac:spMk id="3" creationId="{6F3345B1-1790-FD3B-F664-0087E64A21E2}"/>
          </ac:spMkLst>
        </pc:spChg>
      </pc:sldChg>
      <pc:sldChg chg="modNotes">
        <pc:chgData name="紘之 山岡" userId="1178d0b158574975" providerId="Windows Live" clId="Web-{A730A279-8DA7-5B23-D9C0-B917BA7E6A56}" dt="2026-09-22T13:38:18.656" v="568"/>
        <pc:sldMkLst>
          <pc:docMk/>
          <pc:sldMk cId="2138758010" sldId="271"/>
        </pc:sldMkLst>
      </pc:sldChg>
      <pc:sldChg chg="modSp add replId modNotes">
        <pc:chgData name="紘之 山岡" userId="1178d0b158574975" providerId="Windows Live" clId="Web-{A730A279-8DA7-5B23-D9C0-B917BA7E6A56}" dt="2026-09-22T13:38:20.547" v="569"/>
        <pc:sldMkLst>
          <pc:docMk/>
          <pc:sldMk cId="1673978684" sldId="272"/>
        </pc:sldMkLst>
        <pc:spChg chg="mod">
          <ac:chgData name="紘之 山岡" userId="1178d0b158574975" providerId="Windows Live" clId="Web-{A730A279-8DA7-5B23-D9C0-B917BA7E6A56}" dt="2026-09-22T11:54:06.721" v="201" actId="20577"/>
          <ac:spMkLst>
            <pc:docMk/>
            <pc:sldMk cId="1673978684" sldId="272"/>
            <ac:spMk id="2" creationId="{DE454596-4A1B-C994-162D-528F2968B6EF}"/>
          </ac:spMkLst>
        </pc:spChg>
        <pc:spChg chg="mod">
          <ac:chgData name="紘之 山岡" userId="1178d0b158574975" providerId="Windows Live" clId="Web-{A730A279-8DA7-5B23-D9C0-B917BA7E6A56}" dt="2026-09-22T12:38:59.065" v="382" actId="20577"/>
          <ac:spMkLst>
            <pc:docMk/>
            <pc:sldMk cId="1673978684" sldId="272"/>
            <ac:spMk id="3" creationId="{9954F03B-215E-D579-C8EE-DB713FF12B6E}"/>
          </ac:spMkLst>
        </pc:spChg>
      </pc:sldChg>
      <pc:sldChg chg="modSp add del replId modNotes">
        <pc:chgData name="紘之 山岡" userId="1178d0b158574975" providerId="Windows Live" clId="Web-{A730A279-8DA7-5B23-D9C0-B917BA7E6A56}" dt="2026-09-22T14:59:51.992" v="586"/>
        <pc:sldMkLst>
          <pc:docMk/>
          <pc:sldMk cId="510608778" sldId="273"/>
        </pc:sldMkLst>
        <pc:spChg chg="mod">
          <ac:chgData name="紘之 山岡" userId="1178d0b158574975" providerId="Windows Live" clId="Web-{A730A279-8DA7-5B23-D9C0-B917BA7E6A56}" dt="2026-09-22T12:06:05.990" v="263" actId="20577"/>
          <ac:spMkLst>
            <pc:docMk/>
            <pc:sldMk cId="510608778" sldId="273"/>
            <ac:spMk id="2" creationId="{3732C745-E4CE-9875-B1E1-3D372B1CC5DB}"/>
          </ac:spMkLst>
        </pc:spChg>
        <pc:spChg chg="mod">
          <ac:chgData name="紘之 山岡" userId="1178d0b158574975" providerId="Windows Live" clId="Web-{A730A279-8DA7-5B23-D9C0-B917BA7E6A56}" dt="2026-09-22T12:37:45.156" v="369" actId="20577"/>
          <ac:spMkLst>
            <pc:docMk/>
            <pc:sldMk cId="510608778" sldId="273"/>
            <ac:spMk id="3" creationId="{848239A6-3DF4-41E1-7DD0-605DD64B1996}"/>
          </ac:spMkLst>
        </pc:spChg>
      </pc:sldChg>
    </pc:docChg>
  </pc:docChgLst>
  <pc:docChgLst>
    <pc:chgData name="紘之 山岡" userId="1178d0b158574975" providerId="Windows Live" clId="Web-{C68B084D-54F7-4613-B10C-20D0E37C79E2}"/>
    <pc:docChg chg="addSld delSld modSld">
      <pc:chgData name="紘之 山岡" userId="1178d0b158574975" providerId="Windows Live" clId="Web-{C68B084D-54F7-4613-B10C-20D0E37C79E2}" dt="2026-09-21T05:00:00.485" v="947" actId="20577"/>
      <pc:docMkLst>
        <pc:docMk/>
      </pc:docMkLst>
      <pc:sldChg chg="modSp">
        <pc:chgData name="紘之 山岡" userId="1178d0b158574975" providerId="Windows Live" clId="Web-{C68B084D-54F7-4613-B10C-20D0E37C79E2}" dt="2026-09-21T03:48:04.295" v="13"/>
        <pc:sldMkLst>
          <pc:docMk/>
          <pc:sldMk cId="2128380218" sldId="256"/>
        </pc:sldMkLst>
        <pc:spChg chg="mod">
          <ac:chgData name="紘之 山岡" userId="1178d0b158574975" providerId="Windows Live" clId="Web-{C68B084D-54F7-4613-B10C-20D0E37C79E2}" dt="2026-09-21T03:48:04.295" v="13"/>
          <ac:spMkLst>
            <pc:docMk/>
            <pc:sldMk cId="2128380218" sldId="256"/>
            <ac:spMk id="2" creationId="{00000000-0000-0000-0000-000000000000}"/>
          </ac:spMkLst>
        </pc:spChg>
      </pc:sldChg>
      <pc:sldChg chg="modSp new">
        <pc:chgData name="紘之 山岡" userId="1178d0b158574975" providerId="Windows Live" clId="Web-{C68B084D-54F7-4613-B10C-20D0E37C79E2}" dt="2026-09-21T04:19:04.340" v="37" actId="20577"/>
        <pc:sldMkLst>
          <pc:docMk/>
          <pc:sldMk cId="276917981" sldId="257"/>
        </pc:sldMkLst>
        <pc:spChg chg="mod">
          <ac:chgData name="紘之 山岡" userId="1178d0b158574975" providerId="Windows Live" clId="Web-{C68B084D-54F7-4613-B10C-20D0E37C79E2}" dt="2026-09-21T03:53:26.744" v="19" actId="20577"/>
          <ac:spMkLst>
            <pc:docMk/>
            <pc:sldMk cId="276917981" sldId="257"/>
            <ac:spMk id="2" creationId="{CAB272F8-017B-E72E-3D61-3299CA5B9714}"/>
          </ac:spMkLst>
        </pc:spChg>
        <pc:spChg chg="mod">
          <ac:chgData name="紘之 山岡" userId="1178d0b158574975" providerId="Windows Live" clId="Web-{C68B084D-54F7-4613-B10C-20D0E37C79E2}" dt="2026-09-21T04:19:04.340" v="37" actId="20577"/>
          <ac:spMkLst>
            <pc:docMk/>
            <pc:sldMk cId="276917981" sldId="257"/>
            <ac:spMk id="3" creationId="{7F990FAB-4096-25CB-9764-E70437CFF5FA}"/>
          </ac:spMkLst>
        </pc:spChg>
      </pc:sldChg>
      <pc:sldChg chg="modSp new">
        <pc:chgData name="紘之 山岡" userId="1178d0b158574975" providerId="Windows Live" clId="Web-{C68B084D-54F7-4613-B10C-20D0E37C79E2}" dt="2026-09-21T04:41:01.315" v="620"/>
        <pc:sldMkLst>
          <pc:docMk/>
          <pc:sldMk cId="593787937" sldId="258"/>
        </pc:sldMkLst>
        <pc:spChg chg="mod">
          <ac:chgData name="紘之 山岡" userId="1178d0b158574975" providerId="Windows Live" clId="Web-{C68B084D-54F7-4613-B10C-20D0E37C79E2}" dt="2026-09-21T04:19:12.934" v="41" actId="20577"/>
          <ac:spMkLst>
            <pc:docMk/>
            <pc:sldMk cId="593787937" sldId="258"/>
            <ac:spMk id="2" creationId="{770BC0D9-D705-7FF6-3130-5C3C59D25167}"/>
          </ac:spMkLst>
        </pc:spChg>
        <pc:spChg chg="mod">
          <ac:chgData name="紘之 山岡" userId="1178d0b158574975" providerId="Windows Live" clId="Web-{C68B084D-54F7-4613-B10C-20D0E37C79E2}" dt="2026-09-21T04:41:01.315" v="620"/>
          <ac:spMkLst>
            <pc:docMk/>
            <pc:sldMk cId="593787937" sldId="258"/>
            <ac:spMk id="3" creationId="{2DF767B7-8F25-92E0-3300-34257038CC1B}"/>
          </ac:spMkLst>
        </pc:spChg>
      </pc:sldChg>
      <pc:sldChg chg="addSp delSp modSp new">
        <pc:chgData name="紘之 山岡" userId="1178d0b158574975" providerId="Windows Live" clId="Web-{C68B084D-54F7-4613-B10C-20D0E37C79E2}" dt="2026-09-21T04:36:28.179" v="515"/>
        <pc:sldMkLst>
          <pc:docMk/>
          <pc:sldMk cId="1058439619" sldId="259"/>
        </pc:sldMkLst>
        <pc:spChg chg="mod">
          <ac:chgData name="紘之 山岡" userId="1178d0b158574975" providerId="Windows Live" clId="Web-{C68B084D-54F7-4613-B10C-20D0E37C79E2}" dt="2026-09-21T04:27:29.219" v="139" actId="20577"/>
          <ac:spMkLst>
            <pc:docMk/>
            <pc:sldMk cId="1058439619" sldId="259"/>
            <ac:spMk id="2" creationId="{C9BE4B94-2C82-347C-709E-6DF2708AC341}"/>
          </ac:spMkLst>
        </pc:spChg>
        <pc:graphicFrameChg chg="add mod ord modGraphic">
          <ac:chgData name="紘之 山岡" userId="1178d0b158574975" providerId="Windows Live" clId="Web-{C68B084D-54F7-4613-B10C-20D0E37C79E2}" dt="2026-09-21T04:35:13.535" v="510"/>
          <ac:graphicFrameMkLst>
            <pc:docMk/>
            <pc:sldMk cId="1058439619" sldId="259"/>
            <ac:graphicFrameMk id="4" creationId="{E21077E1-3D73-C3B3-B5F0-D4789238A20D}"/>
          </ac:graphicFrameMkLst>
        </pc:graphicFrameChg>
      </pc:sldChg>
      <pc:sldChg chg="modSp new">
        <pc:chgData name="紘之 山岡" userId="1178d0b158574975" providerId="Windows Live" clId="Web-{C68B084D-54F7-4613-B10C-20D0E37C79E2}" dt="2026-09-21T04:53:51.986" v="869" actId="20577"/>
        <pc:sldMkLst>
          <pc:docMk/>
          <pc:sldMk cId="4242366" sldId="260"/>
        </pc:sldMkLst>
        <pc:spChg chg="mod">
          <ac:chgData name="紘之 山岡" userId="1178d0b158574975" providerId="Windows Live" clId="Web-{C68B084D-54F7-4613-B10C-20D0E37C79E2}" dt="2026-09-21T04:44:32.026" v="676" actId="20577"/>
          <ac:spMkLst>
            <pc:docMk/>
            <pc:sldMk cId="4242366" sldId="260"/>
            <ac:spMk id="2" creationId="{1DF56862-2515-92A0-7713-B16AB428B104}"/>
          </ac:spMkLst>
        </pc:spChg>
        <pc:spChg chg="mod">
          <ac:chgData name="紘之 山岡" userId="1178d0b158574975" providerId="Windows Live" clId="Web-{C68B084D-54F7-4613-B10C-20D0E37C79E2}" dt="2026-09-21T04:53:51.986" v="869" actId="20577"/>
          <ac:spMkLst>
            <pc:docMk/>
            <pc:sldMk cId="4242366" sldId="260"/>
            <ac:spMk id="3" creationId="{64173648-5F5E-8EB2-1459-B55F4AE9D42A}"/>
          </ac:spMkLst>
        </pc:spChg>
      </pc:sldChg>
      <pc:sldChg chg="modSp add replId">
        <pc:chgData name="紘之 山岡" userId="1178d0b158574975" providerId="Windows Live" clId="Web-{C68B084D-54F7-4613-B10C-20D0E37C79E2}" dt="2026-09-21T05:00:00.485" v="947" actId="20577"/>
        <pc:sldMkLst>
          <pc:docMk/>
          <pc:sldMk cId="193497984" sldId="261"/>
        </pc:sldMkLst>
        <pc:spChg chg="mod">
          <ac:chgData name="紘之 山岡" userId="1178d0b158574975" providerId="Windows Live" clId="Web-{C68B084D-54F7-4613-B10C-20D0E37C79E2}" dt="2026-09-21T04:54:08.065" v="878" actId="20577"/>
          <ac:spMkLst>
            <pc:docMk/>
            <pc:sldMk cId="193497984" sldId="261"/>
            <ac:spMk id="2" creationId="{54987E6C-288E-32AB-3A62-E492C1B01A6C}"/>
          </ac:spMkLst>
        </pc:spChg>
        <pc:spChg chg="mod">
          <ac:chgData name="紘之 山岡" userId="1178d0b158574975" providerId="Windows Live" clId="Web-{C68B084D-54F7-4613-B10C-20D0E37C79E2}" dt="2026-09-21T05:00:00.485" v="947" actId="20577"/>
          <ac:spMkLst>
            <pc:docMk/>
            <pc:sldMk cId="193497984" sldId="261"/>
            <ac:spMk id="3" creationId="{D2E87BBA-7233-C170-C468-479BD7235CD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BC6FF-6714-4B86-8FED-7365141AF302}" type="datetimeFigureOut">
              <a:t>2026/9/22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7002FA-2702-4833-93CC-48897A6D2F7E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3585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>
                <a:latin typeface="Calibri"/>
                <a:ea typeface="游ゴシック"/>
                <a:cs typeface="Calibri"/>
              </a:rPr>
              <a:t>動的importだと30s -&gt; 1.5s, 20倍up</a:t>
            </a:r>
            <a:endParaRPr lang="en-US" altLang="ja-JP">
              <a:latin typeface="Calibri"/>
              <a:ea typeface="Calibri"/>
              <a:cs typeface="Calibri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002FA-2702-4833-93CC-48897A6D2F7E}" type="slidenum">
              <a:rPr lang="en-US" altLang="ja-JP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2667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0AA94-1ADF-3691-D6E7-A826B5CC4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07E1202-CCE9-F1A4-AE31-897723EE7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61B371D-7E4D-317F-A74A-22F90C221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>
                <a:latin typeface="Calibri"/>
                <a:ea typeface="游ゴシック"/>
                <a:cs typeface="Calibri"/>
              </a:rPr>
              <a:t>動的importだと30s -&gt; 1.5s, 20倍up</a:t>
            </a:r>
            <a:endParaRPr lang="en-US" altLang="ja-JP">
              <a:latin typeface="Calibri"/>
              <a:ea typeface="Calibri"/>
              <a:cs typeface="Calibri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FF7ADF3-C7E2-251D-3F52-0E0EA2607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002FA-2702-4833-93CC-48897A6D2F7E}" type="slidenum">
              <a:rPr lang="en-US" altLang="ja-JP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3807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75F1F-0293-A580-8E9E-38C0588AD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75A221B-F255-C134-4BA7-CD5D6A0ECA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EF75E72-DE2C-F4E0-0196-013633EED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>
                <a:latin typeface="Calibri"/>
                <a:ea typeface="游ゴシック"/>
                <a:cs typeface="Calibri"/>
              </a:rPr>
              <a:t>動的importだと30s -&gt; 1.5s, 20倍up</a:t>
            </a:r>
            <a:endParaRPr lang="en-US" altLang="ja-JP">
              <a:latin typeface="Calibri"/>
              <a:ea typeface="Calibri"/>
              <a:cs typeface="Calibri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AC54AA-5E26-8014-0AC7-7044DEC10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002FA-2702-4833-93CC-48897A6D2F7E}" type="slidenum">
              <a:rPr lang="en-US" altLang="ja-JP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61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Abstract Syntax Tree</a:t>
            </a:r>
            <a:endParaRPr 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002FA-2702-4833-93CC-48897A6D2F7E}" type="slidenum">
              <a:rPr lang="en-US" altLang="ja-JP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2848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38BAE-5482-88E7-32C6-2DE85ECCA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B482CAE-DB19-A8BF-58F9-F7A262CBC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1687B0F-1A9D-EECF-B149-6E19799A9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Abstract Syntax Tree</a:t>
            </a:r>
            <a:endParaRPr 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57BF6F-1217-9B35-C693-1C2FDEA4D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002FA-2702-4833-93CC-48897A6D2F7E}" type="slidenum">
              <a:rPr lang="en-US" altLang="ja-JP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1031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ベア・スペシファイアー</a:t>
            </a:r>
            <a:endParaRPr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002FA-2702-4833-93CC-48897A6D2F7E}" type="slidenum"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91937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35E21-2B4C-8736-303C-620A45D3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5B36498-6106-61C7-F10C-545E7D423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F77C518-8816-F72C-8815-41767599CB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>
              <a:ea typeface="游ゴシック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9602114-99A4-5EE9-6193-21623E9CD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002FA-2702-4833-93CC-48897A6D2F7E}" type="slidenum"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7894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A84F6-3E96-E9A5-E97A-7391AC3F5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0DD922C-8807-2C06-CDB2-862409E0A4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C635CCE-1460-F71A-2F3E-E7E4AA46D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>
              <a:ea typeface="游ゴシック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E541CE-CBDD-6901-863A-2127DEDD29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002FA-2702-4833-93CC-48897A6D2F7E}" type="slidenum"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30257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94517-B2DD-5570-81FB-9B29B32E1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807DB23-78B8-41CB-0024-E93CAC0B9A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63A463F-040F-2C7A-3478-F1F1EE5D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>
              <a:ea typeface="游ゴシック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AF7FD76-31EF-5B49-921D-B89497FAF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002FA-2702-4833-93CC-48897A6D2F7E}" type="slidenum"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0909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B8B2A-39EC-509A-3550-50392F42B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7287F40-2D7A-07C7-5CED-04681F986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58BBA4F-19F9-D2AD-B091-7F2667A5E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>
              <a:ea typeface="游ゴシック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22C153F-8C00-C9A1-0B15-5D0F108CA1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002FA-2702-4833-93CC-48897A6D2F7E}" type="slidenum"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65231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D286A-DFE2-F7C7-4435-ECBD07A1F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DCAA248-BF92-9D9E-C8AE-792F600F50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7F9537D-D4A5-E1EC-8602-9E9BB5A5E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>
              <a:ea typeface="游ゴシック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751D9B-7B65-25E9-31EF-9F1A9263B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002FA-2702-4833-93CC-48897A6D2F7E}" type="slidenum"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315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2026/9/22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2026/9/22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2026/9/22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2026/9/22</a:t>
            </a:fld>
            <a:endParaRPr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2026/9/22</a:t>
            </a:fld>
            <a:endParaRPr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2026/9/22</a:t>
            </a:fld>
            <a:endParaRPr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2026/9/22</a:t>
            </a:fld>
            <a:endParaRPr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2026/9/22</a:t>
            </a:fld>
            <a:endParaRPr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2026/9/22</a:t>
            </a:fld>
            <a:endParaRPr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2026/9/22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2026/9/22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lang="ja-JP" altLang="en-US" smtClean="0"/>
              <a:t>2026/9/22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>
                <a:latin typeface="游ゴシック"/>
                <a:ea typeface="游ゴシック"/>
              </a:rPr>
              <a:t>Vite 8で学ぶ</a:t>
            </a:r>
            <a:br>
              <a:rPr lang="ja-JP" altLang="en-US" dirty="0">
                <a:latin typeface="游ゴシック"/>
                <a:ea typeface="游ゴシック"/>
              </a:rPr>
            </a:br>
            <a:r>
              <a:rPr lang="ja-JP" altLang="en-US">
                <a:latin typeface="游ゴシック"/>
                <a:ea typeface="游ゴシック"/>
              </a:rPr>
              <a:t>JavaScriptのビルド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B272F8-017B-E72E-3D61-3299CA5B9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目次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990FAB-4096-25CB-9764-E70437CFF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ja-JP">
                <a:ea typeface="游ゴシック"/>
              </a:rPr>
              <a:t>Vite7</a:t>
            </a:r>
            <a:r>
              <a:rPr lang="ja-JP" altLang="en-US">
                <a:ea typeface="游ゴシック"/>
              </a:rPr>
              <a:t> →</a:t>
            </a:r>
            <a:r>
              <a:rPr lang="ja-JP">
                <a:ea typeface="游ゴシック"/>
              </a:rPr>
              <a:t> 8の変化点</a:t>
            </a:r>
            <a:endParaRPr lang="en-US" altLang="ja-JP">
              <a:ea typeface="游ゴシック"/>
            </a:endParaRPr>
          </a:p>
          <a:p>
            <a:pPr marL="514350" indent="-514350">
              <a:buAutoNum type="arabicPeriod"/>
            </a:pPr>
            <a:r>
              <a:rPr lang="ja-JP" altLang="en-US">
                <a:ea typeface="游ゴシック"/>
              </a:rPr>
              <a:t>JSのビルドとは何か</a:t>
            </a:r>
            <a:endParaRPr lang="ja-JP" altLang="en-US" dirty="0">
              <a:ea typeface="游ゴシック"/>
            </a:endParaRPr>
          </a:p>
          <a:p>
            <a:pPr marL="514350" indent="-514350">
              <a:buAutoNum type="arabicPeriod"/>
            </a:pPr>
            <a:r>
              <a:rPr lang="ja-JP" altLang="en-US">
                <a:ea typeface="游ゴシック"/>
              </a:rPr>
              <a:t>Vite 8が早くなった理由</a:t>
            </a:r>
          </a:p>
          <a:p>
            <a:pPr marL="514350" indent="-514350">
              <a:buAutoNum type="arabicPeriod"/>
            </a:pPr>
            <a:r>
              <a:rPr lang="ja-JP" altLang="en-US">
                <a:ea typeface="游ゴシック"/>
              </a:rPr>
              <a:t>まとめ</a:t>
            </a:r>
          </a:p>
        </p:txBody>
      </p:sp>
    </p:spTree>
    <p:extLst>
      <p:ext uri="{BB962C8B-B14F-4D97-AF65-F5344CB8AC3E}">
        <p14:creationId xmlns:p14="http://schemas.microsoft.com/office/powerpoint/2010/main" val="276917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0BC0D9-D705-7FF6-3130-5C3C59D25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>
                <a:latin typeface="游ゴシック"/>
                <a:ea typeface="游ゴシック"/>
                <a:cs typeface="+mj-lt"/>
              </a:rPr>
              <a:t>Vite とは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F767B7-8F25-92E0-3300-34257038C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 sz="240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フロントエンド開発用のビルドツール</a:t>
            </a:r>
            <a:endParaRPr lang="ja-JP" altLang="en-US" sz="2400">
              <a:latin typeface="游ゴシック"/>
              <a:ea typeface="游ゴシック"/>
            </a:endParaRPr>
          </a:p>
          <a:p>
            <a:pPr lvl="1">
              <a:buNone/>
            </a:pP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開発サーバーと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本番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ビルド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の機能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をまとめ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て提供する。読みは「ヴィート」（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フ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ラ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ン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ス語で「速い」）</a:t>
            </a:r>
            <a:endParaRPr lang="ja-JP" altLang="en-US">
              <a:latin typeface="游ゴシック"/>
              <a:ea typeface="游ゴシック"/>
            </a:endParaRPr>
          </a:p>
          <a:p>
            <a:r>
              <a:rPr lang="en-US" altLang="ja-JP" sz="2400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2020</a:t>
            </a:r>
            <a:r>
              <a:rPr lang="ja-JP" altLang="en-US" sz="240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年</a:t>
            </a:r>
            <a:r>
              <a:rPr lang="ja-JP" sz="240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に公開</a:t>
            </a:r>
            <a:endParaRPr lang="ja-JP" altLang="en-US" sz="2400">
              <a:latin typeface="游ゴシック"/>
              <a:ea typeface="游ゴシック"/>
            </a:endParaRPr>
          </a:p>
          <a:p>
            <a:pPr lvl="1">
              <a:buNone/>
            </a:pPr>
            <a:r>
              <a:rPr lang="en-US" altLang="ja-JP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Vue.js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 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の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作者 </a:t>
            </a:r>
            <a:r>
              <a:rPr lang="en-US" altLang="ja-JP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Evan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 Yo</a:t>
            </a:r>
            <a:r>
              <a:rPr lang="en-US" altLang="ja-JP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u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 氏が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開発。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最新のメジャーバ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ー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ジョン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は </a:t>
            </a:r>
            <a:r>
              <a:rPr lang="en-US" altLang="ja-JP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Vit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e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 </a:t>
            </a:r>
            <a:r>
              <a:rPr lang="en-US" altLang="ja-JP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8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（</a:t>
            </a:r>
            <a:r>
              <a:rPr lang="en-US" altLang="ja-JP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20</a:t>
            </a:r>
            <a:r>
              <a:rPr lang="ja-JP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2</a:t>
            </a:r>
            <a:r>
              <a:rPr lang="en-US" altLang="ja-JP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6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年</a:t>
            </a:r>
            <a:r>
              <a:rPr lang="en-US" altLang="ja-JP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3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月）</a:t>
            </a:r>
            <a:endParaRPr lang="ja-JP">
              <a:latin typeface="游ゴシック"/>
              <a:ea typeface="游ゴシック"/>
              <a:cs typeface="+mn-lt"/>
            </a:endParaRPr>
          </a:p>
          <a:p>
            <a:r>
              <a:rPr lang="ja-JP" sz="240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主要フレームワーク</a:t>
            </a:r>
            <a:r>
              <a:rPr lang="ja-JP" altLang="en-US" sz="240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で標準のツール</a:t>
            </a:r>
            <a:endParaRPr lang="ja-JP" altLang="en-US" sz="2400">
              <a:latin typeface="游ゴシック"/>
              <a:ea typeface="游ゴシック"/>
            </a:endParaRPr>
          </a:p>
          <a:p>
            <a:pPr lvl="1">
              <a:buNone/>
            </a:pPr>
            <a:r>
              <a:rPr lang="en-US" altLang="ja-JP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V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ue・R</a:t>
            </a:r>
            <a:r>
              <a:rPr lang="en-US" altLang="ja-JP" dirty="0" err="1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eact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・</a:t>
            </a:r>
            <a:r>
              <a:rPr lang="en-US" altLang="ja-JP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S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v</a:t>
            </a:r>
            <a:r>
              <a:rPr lang="en-US" altLang="ja-JP" dirty="0" err="1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elte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 等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に対応し、</a:t>
            </a:r>
            <a:r>
              <a:rPr lang="en-US" altLang="ja-JP" dirty="0" err="1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Nuxt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・</a:t>
            </a:r>
            <a:r>
              <a:rPr lang="en-US" altLang="ja-JP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Svelte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K</a:t>
            </a:r>
            <a:r>
              <a:rPr lang="en-US" altLang="ja-JP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it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・</a:t>
            </a:r>
            <a:r>
              <a:rPr lang="en-US" altLang="ja-JP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Astro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 等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では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標準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のビルドツール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と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なっている</a:t>
            </a:r>
            <a:endParaRPr lang="ja-JP">
              <a:latin typeface="游ゴシック"/>
              <a:ea typeface="游ゴシック"/>
              <a:cs typeface="+mn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B1D0BD-E1DE-F98B-BCC3-065A16585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794627"/>
              </p:ext>
            </p:extLst>
          </p:nvPr>
        </p:nvGraphicFramePr>
        <p:xfrm>
          <a:off x="1808104" y="5217988"/>
          <a:ext cx="932168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7528">
                  <a:extLst>
                    <a:ext uri="{9D8B030D-6E8A-4147-A177-3AD203B41FA5}">
                      <a16:colId xmlns:a16="http://schemas.microsoft.com/office/drawing/2014/main" val="209602646"/>
                    </a:ext>
                  </a:extLst>
                </a:gridCol>
                <a:gridCol w="6794154">
                  <a:extLst>
                    <a:ext uri="{9D8B030D-6E8A-4147-A177-3AD203B41FA5}">
                      <a16:colId xmlns:a16="http://schemas.microsoft.com/office/drawing/2014/main" val="436559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/>
                        <a:t>コマンド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/>
                        <a:t>用途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003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Vite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/>
                        <a:t>開発サーバーを起動する(ソースを編集しながら動作を確認)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343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Vite 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/>
                        <a:t>本番用のファイルをdistに出力する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568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vite</a:t>
                      </a:r>
                      <a:r>
                        <a:rPr lang="en-US" dirty="0"/>
                        <a:t> preview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/>
                        <a:t>出力した本番用ファイルをローカルで確認する</a:t>
                      </a:r>
                      <a:endParaRPr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881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3787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BE4B94-2C82-347C-709E-6DF2708AC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viteの位置関係</a:t>
            </a:r>
            <a:endParaRPr lang="ja-JP"/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E21077E1-3D73-C3B3-B5F0-D4789238A2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3260330"/>
              </p:ext>
            </p:extLst>
          </p:nvPr>
        </p:nvGraphicFramePr>
        <p:xfrm>
          <a:off x="1066800" y="3737586"/>
          <a:ext cx="10058398" cy="14833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96788">
                  <a:extLst>
                    <a:ext uri="{9D8B030D-6E8A-4147-A177-3AD203B41FA5}">
                      <a16:colId xmlns:a16="http://schemas.microsoft.com/office/drawing/2014/main" val="2868824840"/>
                    </a:ext>
                  </a:extLst>
                </a:gridCol>
                <a:gridCol w="7161610">
                  <a:extLst>
                    <a:ext uri="{9D8B030D-6E8A-4147-A177-3AD203B41FA5}">
                      <a16:colId xmlns:a16="http://schemas.microsoft.com/office/drawing/2014/main" val="665544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ja-JP" altLang="en-US"/>
                        <a:t>フレームワーク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>
                          <a:latin typeface="游ゴシック"/>
                          <a:ea typeface="游ゴシック"/>
                        </a:rPr>
                        <a:t>Next.js, Nuxt, Sveltekit, Astro, Vue, React, </a:t>
                      </a:r>
                      <a:r>
                        <a:rPr lang="en-US" altLang="en-US" dirty="0">
                          <a:latin typeface="游ゴシック"/>
                          <a:ea typeface="游ゴシック"/>
                        </a:rPr>
                        <a:t>A</a:t>
                      </a:r>
                      <a:r>
                        <a:rPr lang="ja-JP" sz="1800" b="0" i="0" u="none" strike="noStrike" noProof="0">
                          <a:latin typeface="游ゴシック"/>
                          <a:ea typeface="游ゴシック"/>
                        </a:rPr>
                        <a:t>ngular</a:t>
                      </a:r>
                      <a:endParaRPr kumimoji="1" lang="ja-JP" altLang="en-US" sz="1800" b="0" i="0" u="none" strike="noStrike" noProof="0">
                        <a:latin typeface="游ゴシック"/>
                        <a:ea typeface="游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3837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/>
                        <a:t>統合ビルドツール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ja-JP" sz="1800" b="1" i="0" u="none" strike="noStrike" noProof="0" dirty="0">
                          <a:latin typeface="游ゴシック"/>
                          <a:ea typeface="游ゴシック"/>
                        </a:rPr>
                        <a:t>Vite, </a:t>
                      </a:r>
                      <a:r>
                        <a:rPr lang="en-US" altLang="ja-JP" sz="1800" b="0" i="0" u="none" strike="noStrike" noProof="0" dirty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Parcel,</a:t>
                      </a:r>
                      <a:r>
                        <a:rPr lang="ja-JP" altLang="en-US" sz="1800" b="0" i="0" u="none" strike="noStrike" noProof="0" dirty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  <a:r>
                        <a:rPr lang="en-US" altLang="ja-JP" sz="1800" b="0" i="0" u="none" strike="noStrike" noProof="0" dirty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Turbopack</a:t>
                      </a:r>
                      <a:endParaRPr kumimoji="1" lang="en-US" altLang="ja-JP" sz="1800" b="0" i="0" u="none" strike="noStrike" noProof="0" dirty="0">
                        <a:solidFill>
                          <a:srgbClr val="00000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90812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/>
                        <a:t>バンドラ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ja-JP" altLang="en-US"/>
                        <a:t>Webpack, Rollup, </a:t>
                      </a:r>
                      <a:r>
                        <a:rPr lang="ja-JP" altLang="en-US" b="1"/>
                        <a:t>Rolldown</a:t>
                      </a:r>
                      <a:r>
                        <a:rPr lang="ja-JP" altLang="en-US"/>
                        <a:t>, esbuild, Rspack, </a:t>
                      </a:r>
                      <a:r>
                        <a:rPr lang="ja-JP" sz="1800" b="0" i="0" u="none" strike="noStrike" noProof="0">
                          <a:latin typeface="游ゴシック"/>
                          <a:ea typeface="游ゴシック"/>
                        </a:rPr>
                        <a:t>Parcel, Turbopack 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455595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/>
                        <a:t>トランスコンパイラ</a:t>
                      </a:r>
                      <a:endParaRPr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/>
                        <a:t>Babel, swc, tsc, esbuild, </a:t>
                      </a:r>
                      <a:r>
                        <a:rPr lang="ja-JP" altLang="en-US" b="1"/>
                        <a:t>oxc</a:t>
                      </a:r>
                      <a:r>
                        <a:rPr lang="ja-JP" altLang="en-US"/>
                        <a:t>, </a:t>
                      </a:r>
                      <a:r>
                        <a:rPr lang="ja-JP" altLang="en-US" b="1"/>
                        <a:t>postcss</a:t>
                      </a:r>
                      <a:r>
                        <a:rPr lang="ja-JP" altLang="en-US"/>
                        <a:t>, </a:t>
                      </a:r>
                      <a:r>
                        <a:rPr lang="ja-JP" sz="1800" b="1" i="0" u="none" strike="noStrike" noProof="0">
                          <a:latin typeface="游ゴシック"/>
                          <a:ea typeface="游ゴシック"/>
                        </a:rPr>
                        <a:t>lightningcss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9871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39091EB-0D96-CA6E-49DB-2D2B79543E43}"/>
              </a:ext>
            </a:extLst>
          </p:cNvPr>
          <p:cNvSpPr txBox="1"/>
          <p:nvPr/>
        </p:nvSpPr>
        <p:spPr>
          <a:xfrm>
            <a:off x="837259" y="1712147"/>
            <a:ext cx="1051371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ja-JP" altLang="en-US" sz="2400">
                <a:latin typeface="游ゴシック"/>
                <a:ea typeface="游ゴシック"/>
                <a:cs typeface="+mn-lt"/>
              </a:rPr>
              <a:t>実際のビルド処理は、バンドラや変換器といった下の層のツールが担当している</a:t>
            </a:r>
            <a:endParaRPr lang="en-US" sz="2400">
              <a:latin typeface="游ゴシック"/>
              <a:ea typeface="游ゴシック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latin typeface="游ゴシック"/>
                <a:ea typeface="游ゴシック"/>
                <a:cs typeface="+mn-lt"/>
              </a:rPr>
              <a:t>Vite</a:t>
            </a:r>
            <a:r>
              <a:rPr lang="en-US" altLang="ja-JP" sz="2400" dirty="0">
                <a:latin typeface="游ゴシック"/>
                <a:ea typeface="游ゴシック"/>
                <a:cs typeface="+mn-lt"/>
              </a:rPr>
              <a:t> </a:t>
            </a:r>
            <a:r>
              <a:rPr lang="ja-JP" altLang="en-US" sz="2400">
                <a:latin typeface="游ゴシック"/>
                <a:ea typeface="游ゴシック"/>
                <a:cs typeface="+mn-lt"/>
              </a:rPr>
              <a:t>はそれらを選んで組み合わせ、設定済みの状態で提供する</a:t>
            </a:r>
            <a:endParaRPr lang="en-US" sz="2400">
              <a:latin typeface="游ゴシック"/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058439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AD071C-00B5-5C5C-6697-A8E2444F5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Vite7 -&gt; 8 変化点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0F8089-7035-8D8D-B984-DCD5CE3AE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ja-JP">
                <a:latin typeface="游ゴシック"/>
                <a:ea typeface="游ゴシック"/>
                <a:cs typeface="+mn-lt"/>
              </a:rPr>
              <a:t>JS</a:t>
            </a:r>
            <a:r>
              <a:rPr lang="ja-JP" altLang="en-US">
                <a:latin typeface="游ゴシック"/>
                <a:ea typeface="游ゴシック"/>
                <a:cs typeface="+mn-lt"/>
              </a:rPr>
              <a:t>のバンドルは</a:t>
            </a:r>
            <a:r>
              <a:rPr lang="en-US" altLang="ja-JP" dirty="0">
                <a:latin typeface="游ゴシック"/>
                <a:ea typeface="游ゴシック"/>
                <a:cs typeface="+mn-lt"/>
              </a:rPr>
              <a:t>JS</a:t>
            </a:r>
            <a:r>
              <a:rPr lang="ja-JP">
                <a:latin typeface="游ゴシック"/>
                <a:ea typeface="游ゴシック"/>
                <a:cs typeface="+mn-lt"/>
              </a:rPr>
              <a:t> 製と Go 製のツールの組み合わせから、Rust 製のツールに統一された</a:t>
            </a:r>
            <a:endParaRPr lang="en-US"/>
          </a:p>
          <a:p>
            <a:r>
              <a:rPr lang="ja-JP" altLang="en-US">
                <a:latin typeface="游ゴシック"/>
                <a:ea typeface="游ゴシック"/>
                <a:cs typeface="+mn-lt"/>
              </a:rPr>
              <a:t>一方</a:t>
            </a:r>
            <a:r>
              <a:rPr lang="en-US" dirty="0">
                <a:latin typeface="游ゴシック"/>
                <a:ea typeface="游ゴシック"/>
                <a:cs typeface="+mn-lt"/>
              </a:rPr>
              <a:t>CSS</a:t>
            </a:r>
            <a:r>
              <a:rPr lang="ja-JP" altLang="en-US">
                <a:latin typeface="游ゴシック"/>
                <a:ea typeface="游ゴシック"/>
                <a:cs typeface="+mn-lt"/>
              </a:rPr>
              <a:t>の変換はPostCSS(JS)から変更されていない</a:t>
            </a:r>
            <a:endParaRPr lang="ja-JP"/>
          </a:p>
          <a:p>
            <a:r>
              <a:rPr lang="ja-JP">
                <a:latin typeface="游ゴシック"/>
                <a:ea typeface="游ゴシック"/>
                <a:cs typeface="+mn-lt"/>
              </a:rPr>
              <a:t>アプリのコードや設定ファイルの書き方は、基本的に変わらない</a:t>
            </a:r>
          </a:p>
          <a:p>
            <a:pPr marL="0" indent="0">
              <a:buNone/>
            </a:pPr>
            <a:endParaRPr lang="ja-JP" altLang="en-US" dirty="0">
              <a:latin typeface="游ゴシック"/>
              <a:ea typeface="游ゴシック"/>
            </a:endParaRPr>
          </a:p>
          <a:p>
            <a:pPr marL="0" indent="0">
              <a:buNone/>
            </a:pPr>
            <a:endParaRPr lang="ja-JP" altLang="en-US" dirty="0">
              <a:latin typeface="游ゴシック"/>
              <a:ea typeface="游ゴシック"/>
            </a:endParaRPr>
          </a:p>
          <a:p>
            <a:pPr marL="0" indent="0">
              <a:buNone/>
            </a:pPr>
            <a:endParaRPr lang="ja-JP" altLang="en-US" dirty="0">
              <a:latin typeface="游ゴシック"/>
              <a:ea typeface="游ゴシック"/>
            </a:endParaRP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C0464ADB-7C77-61A1-35A6-071054197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161758"/>
              </p:ext>
            </p:extLst>
          </p:nvPr>
        </p:nvGraphicFramePr>
        <p:xfrm>
          <a:off x="1483360" y="4124960"/>
          <a:ext cx="9235435" cy="1854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3760">
                  <a:extLst>
                    <a:ext uri="{9D8B030D-6E8A-4147-A177-3AD203B41FA5}">
                      <a16:colId xmlns:a16="http://schemas.microsoft.com/office/drawing/2014/main" val="764133550"/>
                    </a:ext>
                  </a:extLst>
                </a:gridCol>
                <a:gridCol w="2265677">
                  <a:extLst>
                    <a:ext uri="{9D8B030D-6E8A-4147-A177-3AD203B41FA5}">
                      <a16:colId xmlns:a16="http://schemas.microsoft.com/office/drawing/2014/main" val="1988424245"/>
                    </a:ext>
                  </a:extLst>
                </a:gridCol>
                <a:gridCol w="2285998">
                  <a:extLst>
                    <a:ext uri="{9D8B030D-6E8A-4147-A177-3AD203B41FA5}">
                      <a16:colId xmlns:a16="http://schemas.microsoft.com/office/drawing/2014/main" val="146837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ja-JP" altLang="en-US"/>
                        <a:t>処理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Vite7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Vite8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417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sz="1800" b="0" i="0" u="none" strike="noStrike" noProof="0">
                          <a:latin typeface="游ゴシック"/>
                          <a:ea typeface="游ゴシック"/>
                        </a:rPr>
                        <a:t>開発時の依存パッケージの事前バンドル</a:t>
                      </a:r>
                      <a:endParaRPr kumimoji="1" lang="ja-JP" sz="1800" b="0" i="0" u="none" strike="noStrike" noProof="0">
                        <a:latin typeface="游ゴシック"/>
                        <a:ea typeface="游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Esbuild (Go)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Rolldown (Rust)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408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sz="1800" b="0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本番時バンドル</a:t>
                      </a:r>
                      <a:endParaRPr kumimoji="1"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Rollup (JS)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/>
                        <a:t>Rolldown</a:t>
                      </a:r>
                      <a:r>
                        <a:rPr lang="ja-JP" sz="1800" b="0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(Rust)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89470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sz="1800" b="0" i="0" u="none" strike="noStrike" noProof="0">
                          <a:solidFill>
                            <a:srgbClr val="000000"/>
                          </a:solidFill>
                        </a:rPr>
                        <a:t>T</a:t>
                      </a:r>
                      <a:r>
                        <a:rPr lang="en-US" altLang="ja-JP" sz="1800" b="0" i="0" u="none" strike="noStrike" noProof="0" dirty="0" err="1">
                          <a:solidFill>
                            <a:srgbClr val="000000"/>
                          </a:solidFill>
                        </a:rPr>
                        <a:t>ypeSc</a:t>
                      </a:r>
                      <a:r>
                        <a:rPr lang="ja-JP" sz="1800" b="0" i="0" u="none" strike="noStrike" noProof="0">
                          <a:solidFill>
                            <a:srgbClr val="000000"/>
                          </a:solidFill>
                        </a:rPr>
                        <a:t>ri</a:t>
                      </a:r>
                      <a:r>
                        <a:rPr lang="en-US" altLang="ja-JP" sz="1800" b="0" i="0" u="none" strike="noStrike" noProof="0" dirty="0">
                          <a:solidFill>
                            <a:srgbClr val="000000"/>
                          </a:solidFill>
                        </a:rPr>
                        <a:t>pt</a:t>
                      </a:r>
                      <a:r>
                        <a:rPr lang="ja-JP" altLang="en-US" sz="1800" b="0" i="0" u="none" strike="noStrike" noProof="0">
                          <a:solidFill>
                            <a:srgbClr val="000000"/>
                          </a:solidFill>
                        </a:rPr>
                        <a:t>・</a:t>
                      </a:r>
                      <a:r>
                        <a:rPr lang="en-US" altLang="ja-JP" sz="1800" b="0" i="0" u="none" strike="noStrike" noProof="0" dirty="0">
                          <a:solidFill>
                            <a:srgbClr val="000000"/>
                          </a:solidFill>
                        </a:rPr>
                        <a:t>JSX</a:t>
                      </a:r>
                      <a:r>
                        <a:rPr lang="ja-JP" altLang="en-US" sz="1800" b="0" i="0" u="none" strike="noStrike" noProof="0">
                          <a:solidFill>
                            <a:srgbClr val="000000"/>
                          </a:solidFill>
                        </a:rPr>
                        <a:t> の変換、</a:t>
                      </a:r>
                      <a:r>
                        <a:rPr lang="en-US" altLang="ja-JP" sz="1800" b="0" i="0" u="none" strike="noStrike" noProof="0" dirty="0">
                          <a:solidFill>
                            <a:srgbClr val="000000"/>
                          </a:solidFill>
                        </a:rPr>
                        <a:t>JS</a:t>
                      </a:r>
                      <a:r>
                        <a:rPr lang="ja-JP" altLang="en-US" sz="1800" b="0" i="0" u="none" strike="noStrike" noProof="0">
                          <a:solidFill>
                            <a:srgbClr val="000000"/>
                          </a:solidFill>
                        </a:rPr>
                        <a:t> の圧縮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sz="1800" b="0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Esbuild</a:t>
                      </a:r>
                      <a:r>
                        <a:rPr lang="ja-JP" altLang="en-US" sz="1800" b="0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(Go)</a:t>
                      </a:r>
                      <a:endParaRPr kumimoji="1"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/>
                        <a:t>Oxc</a:t>
                      </a:r>
                      <a:r>
                        <a:rPr lang="ja-JP" sz="1800" b="0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(Rust)</a:t>
                      </a:r>
                      <a:endParaRPr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27730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sz="1800" b="0" i="0" u="none" strike="noStrike" noProof="0">
                          <a:latin typeface="游ゴシック"/>
                          <a:ea typeface="游ゴシック"/>
                        </a:rPr>
                        <a:t>CSS の圧縮</a:t>
                      </a:r>
                      <a:endParaRPr kumimoji="1" lang="en-US" alt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/>
                        <a:t>Esbuild (Go)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/>
                        <a:t>lightningcss</a:t>
                      </a:r>
                      <a:r>
                        <a:rPr lang="ja-JP" sz="1800" b="0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(Rust)</a:t>
                      </a:r>
                      <a:endParaRPr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19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823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0D8B3-4D5F-4181-FE44-D36BB3BAD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F66CF-9E93-D46A-F912-556D1F7A0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実際の比較</a:t>
            </a:r>
            <a:endParaRPr lang="ja-JP" altLang="en-US" dirty="0">
              <a:ea typeface="游ゴシック Light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806A8A3-266F-3061-C7AD-CE034E3F3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ja-JP" altLang="en-US">
                <a:ea typeface="游ゴシック"/>
              </a:rPr>
              <a:t>ビルド比較：</a:t>
            </a:r>
            <a:r>
              <a:rPr lang="ja-JP">
                <a:ea typeface="游ゴシック"/>
              </a:rPr>
              <a:t>静的importのみ、</a:t>
            </a:r>
            <a:r>
              <a:rPr lang="ja-JP" altLang="en-US">
                <a:ea typeface="游ゴシック"/>
              </a:rPr>
              <a:t>cpu8コア</a:t>
            </a:r>
            <a:endParaRPr lang="ja-JP" altLang="en-US" dirty="0">
              <a:ea typeface="游ゴシック"/>
            </a:endParaRPr>
          </a:p>
          <a:p>
            <a:pPr marL="0" indent="0">
              <a:buNone/>
            </a:pPr>
            <a:endParaRPr lang="ja-JP" altLang="en-US" dirty="0">
              <a:ea typeface="游ゴシック"/>
            </a:endParaRP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JSプロジェクト (</a:t>
            </a:r>
            <a:r>
              <a:rPr lang="ja-JP">
                <a:ea typeface="游ゴシック"/>
              </a:rPr>
              <a:t>約6,900モジュール</a:t>
            </a:r>
            <a:r>
              <a:rPr lang="ja-JP" altLang="en-US">
                <a:ea typeface="游ゴシック"/>
              </a:rPr>
              <a:t>)</a:t>
            </a: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Vite7: 29秒 -&gt; Vite8: 0.5秒</a:t>
            </a: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58倍高速化</a:t>
            </a:r>
            <a:endParaRPr lang="ja-JP" altLang="en-US" dirty="0">
              <a:ea typeface="游ゴシック"/>
            </a:endParaRPr>
          </a:p>
          <a:p>
            <a:pPr marL="0" indent="0">
              <a:buNone/>
            </a:pPr>
            <a:endParaRPr lang="ja-JP" altLang="en-US" dirty="0">
              <a:ea typeface="游ゴシック"/>
            </a:endParaRP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Vueプロジェクト (約2000モジュール)</a:t>
            </a:r>
          </a:p>
          <a:p>
            <a:pPr marL="0" indent="0">
              <a:buNone/>
            </a:pPr>
            <a:r>
              <a:rPr lang="ja-JP">
                <a:ea typeface="游ゴシック"/>
              </a:rPr>
              <a:t>Vite7: </a:t>
            </a:r>
            <a:r>
              <a:rPr lang="en-US" altLang="ja-JP" dirty="0">
                <a:ea typeface="游ゴシック"/>
              </a:rPr>
              <a:t>11</a:t>
            </a:r>
            <a:r>
              <a:rPr lang="ja-JP">
                <a:ea typeface="游ゴシック"/>
              </a:rPr>
              <a:t>秒 -&gt; Vite8: </a:t>
            </a:r>
            <a:r>
              <a:rPr lang="en-US" altLang="ja-JP" dirty="0">
                <a:ea typeface="游ゴシック"/>
              </a:rPr>
              <a:t>2.3</a:t>
            </a:r>
            <a:r>
              <a:rPr lang="ja-JP">
                <a:ea typeface="游ゴシック"/>
              </a:rPr>
              <a:t>秒</a:t>
            </a: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4.8倍</a:t>
            </a:r>
            <a:r>
              <a:rPr lang="ja-JP">
                <a:ea typeface="游ゴシック"/>
              </a:rPr>
              <a:t>高速化</a:t>
            </a:r>
            <a:endParaRPr lang="ja-JP" altLang="en-US" dirty="0"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4103119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05B0C-FFEE-9FB0-6680-83261D777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929B8F-2EBE-61D9-4527-360253180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なぜビルドするのか</a:t>
            </a:r>
            <a:endParaRPr lang="ja-JP" altLang="en-US" dirty="0">
              <a:ea typeface="游ゴシック Light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57492C-C50F-997D-2A41-09C05CF56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ja-JP" altLang="en-US" sz="2400">
                <a:ea typeface="游ゴシック"/>
              </a:rPr>
              <a:t>他の言語をJavaScriptにする</a:t>
            </a:r>
            <a:endParaRPr lang="ja-JP" altLang="en-US" sz="2400" dirty="0">
              <a:ea typeface="游ゴシック"/>
            </a:endParaRPr>
          </a:p>
          <a:p>
            <a:pPr marL="457200" lvl="1" indent="0">
              <a:buNone/>
            </a:pPr>
            <a:r>
              <a:rPr lang="ja-JP" altLang="en-US">
                <a:ea typeface="游ゴシック"/>
              </a:rPr>
              <a:t>TS・Vue・CSSのimport等、ブラウザはJSしか実行できない。</a:t>
            </a:r>
          </a:p>
          <a:p>
            <a:r>
              <a:rPr lang="ja-JP" altLang="en-US" sz="2400">
                <a:ea typeface="游ゴシック"/>
              </a:rPr>
              <a:t>モジュールを解決する</a:t>
            </a:r>
            <a:endParaRPr lang="ja-JP" altLang="en-US" sz="2400" dirty="0">
              <a:ea typeface="游ゴシック"/>
            </a:endParaRPr>
          </a:p>
          <a:p>
            <a:pPr marL="457200" lvl="1" indent="0">
              <a:buNone/>
            </a:pPr>
            <a:r>
              <a:rPr lang="ja-JP" altLang="en-US">
                <a:ea typeface="游ゴシック"/>
              </a:rPr>
              <a:t>import 'nanoid'のようなパッケージ名指定をブラウザは解決できない。</a:t>
            </a:r>
          </a:p>
          <a:p>
            <a:r>
              <a:rPr lang="ja-JP" altLang="en-US" sz="2400">
                <a:ea typeface="游ゴシック"/>
              </a:rPr>
              <a:t>古い環境向けに構文を変換する</a:t>
            </a:r>
            <a:endParaRPr lang="ja-JP" altLang="en-US" sz="2400" dirty="0">
              <a:ea typeface="游ゴシック"/>
            </a:endParaRPr>
          </a:p>
          <a:p>
            <a:pPr marL="457200" lvl="1" indent="0">
              <a:buNone/>
            </a:pPr>
            <a:r>
              <a:rPr lang="ja-JP" altLang="en-US">
                <a:ea typeface="游ゴシック"/>
              </a:rPr>
              <a:t>新しい構文を対象のブラウザが実行できる構文に書き換える</a:t>
            </a:r>
          </a:p>
          <a:p>
            <a:r>
              <a:rPr lang="ja-JP" altLang="en-US" sz="2400">
                <a:ea typeface="游ゴシック"/>
              </a:rPr>
              <a:t>配信を効率化する</a:t>
            </a:r>
          </a:p>
          <a:p>
            <a:pPr marL="457200" lvl="1" indent="0">
              <a:buNone/>
            </a:pPr>
            <a:r>
              <a:rPr lang="ja-JP" altLang="en-US">
                <a:ea typeface="游ゴシック"/>
              </a:rPr>
              <a:t>ファイルをまとめてリクエスト数を減らし、使いないコードを削る</a:t>
            </a:r>
          </a:p>
          <a:p>
            <a:pPr marL="0" indent="0">
              <a:buNone/>
            </a:pPr>
            <a:endParaRPr lang="ja-JP" sz="2400"/>
          </a:p>
          <a:p>
            <a:pPr marL="0" indent="0">
              <a:buNone/>
            </a:pPr>
            <a:r>
              <a:rPr lang="ja-JP" sz="2400">
                <a:latin typeface="游ゴシック"/>
                <a:ea typeface="游ゴシック"/>
              </a:rPr>
              <a:t>動作</a:t>
            </a:r>
            <a:r>
              <a:rPr lang="ja-JP" altLang="en-US" sz="2400">
                <a:latin typeface="游ゴシック"/>
                <a:ea typeface="游ゴシック"/>
              </a:rPr>
              <a:t>させるため</a:t>
            </a:r>
            <a:r>
              <a:rPr lang="ja-JP" sz="2400">
                <a:latin typeface="游ゴシック"/>
                <a:ea typeface="游ゴシック"/>
              </a:rPr>
              <a:t>の変換</a:t>
            </a:r>
            <a:r>
              <a:rPr lang="ja-JP" altLang="en-US" sz="2400">
                <a:latin typeface="游ゴシック"/>
                <a:ea typeface="游ゴシック"/>
              </a:rPr>
              <a:t>と</a:t>
            </a:r>
            <a:r>
              <a:rPr lang="ja-JP" sz="2400">
                <a:latin typeface="游ゴシック"/>
                <a:ea typeface="游ゴシック"/>
              </a:rPr>
              <a:t>、</a:t>
            </a:r>
            <a:r>
              <a:rPr lang="ja-JP" altLang="en-US" sz="2400">
                <a:latin typeface="游ゴシック"/>
                <a:ea typeface="游ゴシック"/>
              </a:rPr>
              <a:t>配信時</a:t>
            </a:r>
            <a:r>
              <a:rPr lang="ja-JP" sz="2400">
                <a:latin typeface="游ゴシック"/>
                <a:ea typeface="游ゴシック"/>
              </a:rPr>
              <a:t>の最適化</a:t>
            </a:r>
            <a:r>
              <a:rPr lang="ja-JP" altLang="en-US" sz="2400">
                <a:latin typeface="游ゴシック"/>
                <a:ea typeface="游ゴシック"/>
              </a:rPr>
              <a:t>を行っている</a:t>
            </a:r>
            <a:endParaRPr lang="ja-JP" sz="2400">
              <a:latin typeface="游ゴシック"/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20789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45CC1-0612-62CA-9529-6BF7B6026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916BE8-0A45-F713-35FB-0B8C5397A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ブラウザが新しくてもバンドルする意味</a:t>
            </a:r>
            <a:endParaRPr lang="ja-JP" altLang="en-US" dirty="0">
              <a:ea typeface="游ゴシック Light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005A49-88B0-C577-3EFD-9C358BB74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>
                <a:latin typeface="Aptos" panose="02110004020202020204"/>
                <a:ea typeface="游ゴシック"/>
              </a:rPr>
              <a:t>ビルドしないと起こる問題</a:t>
            </a:r>
            <a:endParaRPr lang="ja-JP" altLang="en-US" dirty="0">
              <a:latin typeface="Aptos" panose="02110004020202020204"/>
              <a:ea typeface="游ゴシック"/>
            </a:endParaRPr>
          </a:p>
          <a:p>
            <a:pPr marL="0" indent="0">
              <a:buNone/>
            </a:pPr>
            <a:endParaRPr lang="ja-JP" altLang="en-US" dirty="0">
              <a:latin typeface="Aptos" panose="02110004020202020204"/>
              <a:ea typeface="游ゴシック"/>
              <a:cs typeface="+mn-lt"/>
            </a:endParaRPr>
          </a:p>
          <a:p>
            <a:pPr marL="457200" indent="-457200">
              <a:lnSpc>
                <a:spcPct val="80000"/>
              </a:lnSpc>
            </a:pPr>
            <a:r>
              <a:rPr lang="ja-JP">
                <a:latin typeface="游ゴシック"/>
                <a:ea typeface="游ゴシック"/>
                <a:cs typeface="+mn-lt"/>
              </a:rPr>
              <a:t>パッケージ名を解決できない</a:t>
            </a:r>
            <a:endParaRPr lang="ja-JP">
              <a:latin typeface="Aptos" panose="02110004020202020204"/>
              <a:ea typeface="游ゴシック" panose="020B0400000000000000" pitchFamily="34" charset="-128"/>
              <a:cs typeface="+mn-lt"/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ja-JP" sz="2800">
                <a:latin typeface="游ゴシック"/>
                <a:ea typeface="游ゴシック"/>
                <a:cs typeface="+mn-lt"/>
              </a:rPr>
              <a:t>'nanoid' がサーバー</a:t>
            </a:r>
            <a:r>
              <a:rPr lang="ja-JP" altLang="en-US" sz="2800">
                <a:latin typeface="游ゴシック"/>
                <a:ea typeface="游ゴシック"/>
                <a:cs typeface="+mn-lt"/>
              </a:rPr>
              <a:t>上のどの</a:t>
            </a:r>
            <a:r>
              <a:rPr lang="ja-JP" sz="2800">
                <a:latin typeface="游ゴシック"/>
                <a:ea typeface="游ゴシック"/>
                <a:cs typeface="+mn-lt"/>
              </a:rPr>
              <a:t>ファイルかを特定</a:t>
            </a:r>
            <a:r>
              <a:rPr lang="ja-JP" altLang="en-US" sz="2800">
                <a:latin typeface="游ゴシック"/>
                <a:ea typeface="游ゴシック"/>
                <a:cs typeface="+mn-lt"/>
              </a:rPr>
              <a:t>できない</a:t>
            </a:r>
            <a:endParaRPr lang="ja-JP" sz="2800">
              <a:ea typeface="游ゴシック"/>
            </a:endParaRPr>
          </a:p>
          <a:p>
            <a:pPr marL="457200" indent="-457200"/>
            <a:r>
              <a:rPr lang="ja-JP" altLang="en-US">
                <a:latin typeface="游ゴシック"/>
                <a:ea typeface="游ゴシック"/>
                <a:cs typeface="+mn-lt"/>
              </a:rPr>
              <a:t>importごとに毎回ダウンロードが走る</a:t>
            </a:r>
            <a:endParaRPr lang="ja-JP" altLang="en-US">
              <a:latin typeface="游ゴシック"/>
              <a:ea typeface="游ゴシック" panose="020B0400000000000000" pitchFamily="34" charset="-128"/>
              <a:cs typeface="+mn-lt"/>
            </a:endParaRPr>
          </a:p>
          <a:p>
            <a:pPr marL="457200" lvl="1" indent="0">
              <a:buNone/>
            </a:pPr>
            <a:r>
              <a:rPr lang="ja-JP" altLang="en-US" sz="2800">
                <a:latin typeface="游ゴシック"/>
                <a:ea typeface="游ゴシック"/>
                <a:cs typeface="+mn-lt"/>
              </a:rPr>
              <a:t>ローカルでは問題ないが、ネットワーク越しだと遅くなる</a:t>
            </a:r>
            <a:endParaRPr lang="en-US" altLang="ja-JP" sz="2800">
              <a:latin typeface="游ゴシック"/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383378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735C88-EBE9-86C4-81DE-423B05A11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ビルドについて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5630CE-736C-2781-ECAC-E6C2B6DA1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>
                <a:ea typeface="游ゴシック"/>
              </a:rPr>
              <a:t>Viteのビルドは5工程</a:t>
            </a:r>
            <a:endParaRPr lang="ja-JP" altLang="en-US">
              <a:ea typeface="游ゴシック" panose="020B0400000000000000" pitchFamily="34" charset="-128"/>
            </a:endParaRPr>
          </a:p>
          <a:p>
            <a:pPr marL="0" indent="0">
              <a:buNone/>
            </a:pPr>
            <a:endParaRPr lang="ja-JP" altLang="en-US" dirty="0">
              <a:ea typeface="游ゴシック"/>
            </a:endParaRP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1,2,3を繰り返して依存グラフを構築する。</a:t>
            </a:r>
            <a:endParaRPr lang="ja-JP" altLang="en-US" dirty="0">
              <a:ea typeface="游ゴシック"/>
            </a:endParaRP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すべて完了したら4,5を実行してビルドが終了する。</a:t>
            </a: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Vite以外のwebpackやesbuildも大体同じ工程を持っている</a:t>
            </a:r>
            <a:endParaRPr lang="ja-JP" altLang="en-US" dirty="0">
              <a:ea typeface="游ゴシック"/>
            </a:endParaRP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DCCC7EB2-27E2-0B9C-F504-8E4334641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850248"/>
              </p:ext>
            </p:extLst>
          </p:nvPr>
        </p:nvGraphicFramePr>
        <p:xfrm>
          <a:off x="2021840" y="4596581"/>
          <a:ext cx="8168635" cy="18541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79777">
                  <a:extLst>
                    <a:ext uri="{9D8B030D-6E8A-4147-A177-3AD203B41FA5}">
                      <a16:colId xmlns:a16="http://schemas.microsoft.com/office/drawing/2014/main" val="3480057087"/>
                    </a:ext>
                  </a:extLst>
                </a:gridCol>
                <a:gridCol w="1759184">
                  <a:extLst>
                    <a:ext uri="{9D8B030D-6E8A-4147-A177-3AD203B41FA5}">
                      <a16:colId xmlns:a16="http://schemas.microsoft.com/office/drawing/2014/main" val="3480185962"/>
                    </a:ext>
                  </a:extLst>
                </a:gridCol>
                <a:gridCol w="5929674">
                  <a:extLst>
                    <a:ext uri="{9D8B030D-6E8A-4147-A177-3AD203B41FA5}">
                      <a16:colId xmlns:a16="http://schemas.microsoft.com/office/drawing/2014/main" val="2258763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ja-JP" altLang="en-US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Resolve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依存グラフを解決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963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en-US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Load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グラフ上の全モジュールを読む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341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en-US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Transform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モジュールの変換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47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en-US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Optimize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不要コードの削除など、最適化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11854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/>
                        <a:t>Emit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/>
                        <a:t>ファイルの出力、htmlへの適用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525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614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8722B-2E83-CF4C-163D-466ACC502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9C2A7B-0331-A53F-E364-399B3450E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ASTと依存グラフ</a:t>
            </a:r>
            <a:endParaRPr lang="ja-JP" altLang="en-US" dirty="0">
              <a:ea typeface="游ゴシック Light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8C5912-9318-42B8-E418-393C03085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457200" indent="-457200"/>
            <a:r>
              <a:rPr lang="ja-JP" sz="2400">
                <a:latin typeface="游ゴシック"/>
                <a:ea typeface="游ゴシック"/>
                <a:cs typeface="+mn-lt"/>
              </a:rPr>
              <a:t>AST</a:t>
            </a:r>
            <a:r>
              <a:rPr lang="en-US" altLang="ja-JP" sz="2400" dirty="0">
                <a:latin typeface="游ゴシック"/>
                <a:ea typeface="游ゴシック"/>
                <a:cs typeface="+mn-lt"/>
              </a:rPr>
              <a:t>(</a:t>
            </a:r>
            <a:r>
              <a:rPr lang="en-US" altLang="ja-JP" sz="2400" dirty="0">
                <a:ea typeface="+mn-lt"/>
                <a:cs typeface="+mn-lt"/>
              </a:rPr>
              <a:t>Abstract Syntax Tree</a:t>
            </a:r>
            <a:r>
              <a:rPr lang="ja-JP" sz="2400">
                <a:latin typeface="游ゴシック"/>
                <a:ea typeface="游ゴシック"/>
                <a:cs typeface="+mn-lt"/>
              </a:rPr>
              <a:t>）</a:t>
            </a:r>
            <a:r>
              <a:rPr lang="ja-JP" altLang="en-US" sz="2400">
                <a:latin typeface="游ゴシック"/>
                <a:ea typeface="游ゴシック"/>
                <a:cs typeface="+mn-lt"/>
              </a:rPr>
              <a:t> </a:t>
            </a:r>
            <a:r>
              <a:rPr lang="en-US" altLang="ja-JP" sz="2400" dirty="0">
                <a:latin typeface="游ゴシック"/>
                <a:ea typeface="游ゴシック"/>
                <a:cs typeface="+mn-lt"/>
              </a:rPr>
              <a:t>/ </a:t>
            </a:r>
            <a:r>
              <a:rPr lang="ja-JP" altLang="en-US" sz="2400">
                <a:latin typeface="游ゴシック"/>
                <a:ea typeface="游ゴシック"/>
                <a:cs typeface="+mn-lt"/>
              </a:rPr>
              <a:t>抽象構文木</a:t>
            </a:r>
            <a:endParaRPr lang="ja-JP" sz="2400">
              <a:ea typeface="游ゴシック"/>
            </a:endParaRPr>
          </a:p>
          <a:p>
            <a:pPr marL="457200" lvl="1" indent="0">
              <a:buNone/>
            </a:pPr>
            <a:r>
              <a:rPr lang="ja-JP">
                <a:latin typeface="游ゴシック"/>
                <a:ea typeface="游ゴシック"/>
                <a:cs typeface="+mn-lt"/>
              </a:rPr>
              <a:t>ソースコードを木構造のデータにしたもの。文字列のままでは変換も解析もできないため、まず構文解析して AST にする</a:t>
            </a:r>
            <a:endParaRPr lang="ja-JP">
              <a:ea typeface="游ゴシック"/>
            </a:endParaRPr>
          </a:p>
          <a:p>
            <a:pPr marL="457200" indent="-457200"/>
            <a:r>
              <a:rPr lang="ja-JP" sz="2400">
                <a:latin typeface="游ゴシック"/>
                <a:ea typeface="游ゴシック"/>
                <a:cs typeface="+mn-lt"/>
              </a:rPr>
              <a:t>依存グラフ</a:t>
            </a:r>
            <a:endParaRPr lang="ja-JP" sz="2400"/>
          </a:p>
          <a:p>
            <a:pPr marL="457200" lvl="1" indent="0">
              <a:buNone/>
            </a:pPr>
            <a:r>
              <a:rPr lang="ja-JP">
                <a:latin typeface="游ゴシック"/>
                <a:ea typeface="游ゴシック"/>
                <a:cs typeface="+mn-lt"/>
              </a:rPr>
              <a:t>どのファイルがどのファイルを import しているかの関係。AST から import を見つけ、その先を辿ることでできる</a:t>
            </a:r>
            <a:endParaRPr lang="ja-JP">
              <a:latin typeface="Aptos" panose="02110004020202020204"/>
              <a:ea typeface="游ゴシック" panose="020B0400000000000000" pitchFamily="34" charset="-128"/>
              <a:cs typeface="+mn-lt"/>
            </a:endParaRPr>
          </a:p>
          <a:p>
            <a:pPr marL="0" indent="0">
              <a:buNone/>
            </a:pPr>
            <a:endParaRPr lang="ja-JP" sz="2400" dirty="0">
              <a:latin typeface="游ゴシック"/>
              <a:ea typeface="游ゴシック"/>
            </a:endParaRPr>
          </a:p>
          <a:p>
            <a:pPr marL="0" indent="0">
              <a:buNone/>
            </a:pPr>
            <a:r>
              <a:rPr lang="en-US" altLang="ja-JP" sz="2400" dirty="0">
                <a:latin typeface="游ゴシック"/>
                <a:ea typeface="游ゴシック"/>
              </a:rPr>
              <a:t>Import {a} from './a.js'</a:t>
            </a:r>
            <a:endParaRPr lang="ja-JP" sz="2400" dirty="0">
              <a:latin typeface="Aptos" panose="02110004020202020204"/>
              <a:ea typeface="游ゴシック" panose="020B0400000000000000" pitchFamily="34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游ゴシック"/>
                <a:ea typeface="游ゴシック"/>
              </a:rPr>
              <a:t>↓</a:t>
            </a:r>
          </a:p>
          <a:p>
            <a:pPr marL="0" indent="0">
              <a:buNone/>
            </a:pPr>
            <a:r>
              <a:rPr lang="en-US" altLang="ja-JP" sz="2400" dirty="0">
                <a:latin typeface="游ゴシック"/>
                <a:ea typeface="游ゴシック"/>
              </a:rPr>
              <a:t>ImportDeclaration {</a:t>
            </a:r>
            <a:r>
              <a:rPr lang="en-US" altLang="ja-JP" sz="2400" dirty="0">
                <a:latin typeface="游ゴシック"/>
                <a:ea typeface="游ゴシック"/>
                <a:cs typeface="+mn-lt"/>
              </a:rPr>
              <a:t>specifiers: [a], source: './a.js'</a:t>
            </a:r>
            <a:r>
              <a:rPr lang="en-US" altLang="ja-JP" sz="2400" dirty="0">
                <a:latin typeface="游ゴシック"/>
                <a:ea typeface="游ゴシック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69532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9036B6-C99D-3B51-C904-C009BADBF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>
                <a:latin typeface="游ゴシック Light"/>
                <a:ea typeface="游ゴシック Light"/>
              </a:rPr>
              <a:t>ビルドについて </a:t>
            </a:r>
            <a:r>
              <a:rPr lang="en-US" altLang="ja-JP" dirty="0">
                <a:latin typeface="游ゴシック Light"/>
                <a:ea typeface="游ゴシック Light"/>
                <a:cs typeface="+mj-lt"/>
              </a:rPr>
              <a:t>/</a:t>
            </a:r>
            <a:r>
              <a:rPr lang="ja-JP" altLang="en-US" dirty="0">
                <a:latin typeface="游ゴシック Light"/>
                <a:ea typeface="游ゴシック Light"/>
                <a:cs typeface="+mj-lt"/>
              </a:rPr>
              <a:t> </a:t>
            </a:r>
            <a:r>
              <a:rPr lang="en-US" altLang="ja-JP" dirty="0">
                <a:latin typeface="游ゴシック Light"/>
                <a:ea typeface="游ゴシック Light"/>
                <a:cs typeface="+mj-lt"/>
              </a:rPr>
              <a:t>1</a:t>
            </a:r>
            <a:r>
              <a:rPr lang="ja-JP" altLang="en-US" dirty="0">
                <a:latin typeface="游ゴシック Light"/>
                <a:ea typeface="游ゴシック Light"/>
                <a:cs typeface="+mj-lt"/>
              </a:rPr>
              <a:t> </a:t>
            </a:r>
            <a:r>
              <a:rPr lang="en-US" altLang="ja-JP" dirty="0">
                <a:latin typeface="游ゴシック Light"/>
                <a:ea typeface="游ゴシック Light"/>
                <a:cs typeface="+mj-lt"/>
              </a:rPr>
              <a:t>Resolve</a:t>
            </a:r>
            <a:r>
              <a:rPr lang="ja-JP" altLang="en-US" dirty="0">
                <a:latin typeface="游ゴシック Light"/>
                <a:ea typeface="游ゴシック Light"/>
                <a:cs typeface="+mj-lt"/>
              </a:rPr>
              <a:t> </a:t>
            </a:r>
            <a:endParaRPr lang="ja-JP" dirty="0">
              <a:latin typeface="游ゴシック Light"/>
              <a:ea typeface="游ゴシック Light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A01C69-6A1E-97CD-E868-D96C8CC5F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>
                <a:latin typeface="游ゴシック"/>
                <a:ea typeface="游ゴシック"/>
              </a:rPr>
              <a:t>importに書かれたbare specifier(モジュール表記)をファイルパスに変換する工程</a:t>
            </a:r>
            <a:endParaRPr lang="ja-JP" altLang="en-US" dirty="0">
              <a:latin typeface="游ゴシック"/>
              <a:ea typeface="游ゴシック"/>
            </a:endParaRPr>
          </a:p>
          <a:p>
            <a:pPr marL="0" indent="0">
              <a:buNone/>
            </a:pPr>
            <a:r>
              <a:rPr lang="ja-JP">
                <a:latin typeface="游ゴシック"/>
                <a:ea typeface="游ゴシック"/>
                <a:cs typeface="+mn-lt"/>
              </a:rPr>
              <a:t>@/ のような resolve.alias もこの工程に作用する </a:t>
            </a:r>
            <a:endParaRPr lang="ja-JP">
              <a:latin typeface="游ゴシック"/>
              <a:ea typeface="游ゴシック"/>
            </a:endParaRPr>
          </a:p>
          <a:p>
            <a:pPr marL="0" indent="0">
              <a:buNone/>
            </a:pPr>
            <a:endParaRPr lang="ja-JP" altLang="en-US" dirty="0">
              <a:latin typeface="游ゴシック"/>
              <a:ea typeface="游ゴシック"/>
              <a:cs typeface="+mn-lt"/>
            </a:endParaRPr>
          </a:p>
          <a:p>
            <a:pPr>
              <a:buNone/>
            </a:pPr>
            <a:r>
              <a:rPr lang="ja-JP" sz="2000">
                <a:latin typeface="游ゴシック"/>
                <a:ea typeface="游ゴシック"/>
                <a:cs typeface="+mn-lt"/>
              </a:rPr>
              <a:t>import { setupCounter } from './counter.js';  // 相対パス</a:t>
            </a:r>
          </a:p>
          <a:p>
            <a:pPr marL="0" indent="0">
              <a:buNone/>
            </a:pPr>
            <a:r>
              <a:rPr lang="ja-JP" sz="2000">
                <a:latin typeface="游ゴシック"/>
                <a:ea typeface="游ゴシック"/>
                <a:cs typeface="+mn-lt"/>
              </a:rPr>
              <a:t>import { nanoid } from 'nanoid';</a:t>
            </a:r>
            <a:r>
              <a:rPr lang="ja-JP" altLang="en-US" sz="2000">
                <a:latin typeface="游ゴシック"/>
                <a:ea typeface="游ゴシック"/>
                <a:cs typeface="+mn-lt"/>
              </a:rPr>
              <a:t> </a:t>
            </a:r>
            <a:r>
              <a:rPr lang="ja-JP" sz="2000">
                <a:latin typeface="游ゴシック"/>
                <a:ea typeface="游ゴシック"/>
                <a:cs typeface="+mn-lt"/>
              </a:rPr>
              <a:t>// bare specifier</a:t>
            </a:r>
            <a:endParaRPr lang="en-US" altLang="ja-JP" sz="2000" dirty="0">
              <a:latin typeface="游ゴシック"/>
              <a:ea typeface="游ゴシック"/>
              <a:cs typeface="+mn-lt"/>
            </a:endParaRPr>
          </a:p>
          <a:p>
            <a:pPr marL="0" indent="0">
              <a:buNone/>
            </a:pPr>
            <a:r>
              <a:rPr lang="ja-JP" altLang="en-US" sz="2000">
                <a:latin typeface="游ゴシック"/>
                <a:ea typeface="游ゴシック"/>
                <a:cs typeface="+mn-lt"/>
              </a:rPr>
              <a:t>↓</a:t>
            </a:r>
            <a:endParaRPr lang="ja-JP" sz="2000">
              <a:latin typeface="游ゴシック"/>
              <a:ea typeface="游ゴシック"/>
              <a:cs typeface="+mn-lt"/>
            </a:endParaRPr>
          </a:p>
          <a:p>
            <a:pPr>
              <a:buNone/>
            </a:pPr>
            <a:r>
              <a:rPr lang="en-US" altLang="ja-JP" sz="2000" dirty="0">
                <a:latin typeface="游ゴシック"/>
                <a:ea typeface="游ゴシック"/>
                <a:cs typeface="+mn-lt"/>
              </a:rPr>
              <a:t>import</a:t>
            </a:r>
            <a:r>
              <a:rPr lang="ja-JP" altLang="en-US" sz="2000" dirty="0">
                <a:latin typeface="游ゴシック"/>
                <a:ea typeface="游ゴシック"/>
                <a:cs typeface="+mn-lt"/>
              </a:rPr>
              <a:t> </a:t>
            </a:r>
            <a:r>
              <a:rPr lang="en-US" altLang="ja-JP" sz="2000" dirty="0">
                <a:latin typeface="游ゴシック"/>
                <a:ea typeface="游ゴシック"/>
                <a:cs typeface="+mn-lt"/>
              </a:rPr>
              <a:t>{</a:t>
            </a:r>
            <a:r>
              <a:rPr lang="ja-JP" altLang="en-US" sz="2000" dirty="0">
                <a:latin typeface="游ゴシック"/>
                <a:ea typeface="游ゴシック"/>
                <a:cs typeface="+mn-lt"/>
              </a:rPr>
              <a:t> </a:t>
            </a:r>
            <a:r>
              <a:rPr lang="en-US" altLang="ja-JP" sz="2000" dirty="0">
                <a:latin typeface="游ゴシック"/>
                <a:ea typeface="游ゴシック"/>
                <a:cs typeface="+mn-lt"/>
              </a:rPr>
              <a:t>setupCounter</a:t>
            </a:r>
            <a:r>
              <a:rPr lang="ja-JP" altLang="en-US" sz="2000" dirty="0">
                <a:latin typeface="游ゴシック"/>
                <a:ea typeface="游ゴシック"/>
                <a:cs typeface="+mn-lt"/>
              </a:rPr>
              <a:t> </a:t>
            </a:r>
            <a:r>
              <a:rPr lang="en-US" altLang="ja-JP" sz="2000" dirty="0">
                <a:latin typeface="游ゴシック"/>
                <a:ea typeface="游ゴシック"/>
                <a:cs typeface="+mn-lt"/>
              </a:rPr>
              <a:t>}</a:t>
            </a:r>
            <a:r>
              <a:rPr lang="ja-JP" altLang="en-US" sz="2000" dirty="0">
                <a:latin typeface="游ゴシック"/>
                <a:ea typeface="游ゴシック"/>
                <a:cs typeface="+mn-lt"/>
              </a:rPr>
              <a:t> </a:t>
            </a:r>
            <a:r>
              <a:rPr lang="en-US" altLang="ja-JP" sz="2000" dirty="0">
                <a:latin typeface="游ゴシック"/>
                <a:ea typeface="游ゴシック"/>
                <a:cs typeface="+mn-lt"/>
              </a:rPr>
              <a:t>from</a:t>
            </a:r>
            <a:r>
              <a:rPr lang="ja-JP" altLang="en-US" sz="2000" dirty="0">
                <a:latin typeface="游ゴシック"/>
                <a:ea typeface="游ゴシック"/>
                <a:cs typeface="+mn-lt"/>
              </a:rPr>
              <a:t> </a:t>
            </a:r>
            <a:r>
              <a:rPr lang="en-US" altLang="ja-JP" sz="2000" dirty="0">
                <a:latin typeface="游ゴシック"/>
                <a:ea typeface="游ゴシック"/>
                <a:cs typeface="+mn-lt"/>
              </a:rPr>
              <a:t>'/project/src/counter.js';</a:t>
            </a:r>
            <a:endParaRPr lang="ja-JP" altLang="en-US" sz="2000" dirty="0">
              <a:latin typeface="游ゴシック"/>
              <a:ea typeface="游ゴシック"/>
              <a:cs typeface="+mn-lt"/>
            </a:endParaRPr>
          </a:p>
          <a:p>
            <a:pPr marL="0" indent="0">
              <a:buNone/>
            </a:pPr>
            <a:r>
              <a:rPr lang="en-US" altLang="ja-JP" sz="2000" dirty="0">
                <a:latin typeface="游ゴシック"/>
                <a:ea typeface="游ゴシック"/>
                <a:cs typeface="+mn-lt"/>
              </a:rPr>
              <a:t>import</a:t>
            </a:r>
            <a:r>
              <a:rPr lang="ja-JP" altLang="en-US" sz="2000" dirty="0">
                <a:latin typeface="游ゴシック"/>
                <a:ea typeface="游ゴシック"/>
                <a:cs typeface="+mn-lt"/>
              </a:rPr>
              <a:t> </a:t>
            </a:r>
            <a:r>
              <a:rPr lang="en-US" altLang="ja-JP" sz="2000" dirty="0">
                <a:latin typeface="游ゴシック"/>
                <a:ea typeface="游ゴシック"/>
                <a:cs typeface="+mn-lt"/>
              </a:rPr>
              <a:t>{</a:t>
            </a:r>
            <a:r>
              <a:rPr lang="ja-JP" altLang="en-US" sz="2000" dirty="0">
                <a:latin typeface="游ゴシック"/>
                <a:ea typeface="游ゴシック"/>
                <a:cs typeface="+mn-lt"/>
              </a:rPr>
              <a:t> </a:t>
            </a:r>
            <a:r>
              <a:rPr lang="en-US" altLang="ja-JP" sz="2000" dirty="0">
                <a:latin typeface="游ゴシック"/>
                <a:ea typeface="游ゴシック"/>
                <a:cs typeface="+mn-lt"/>
              </a:rPr>
              <a:t>nanoid</a:t>
            </a:r>
            <a:r>
              <a:rPr lang="ja-JP" altLang="en-US" sz="2000" dirty="0">
                <a:latin typeface="游ゴシック"/>
                <a:ea typeface="游ゴシック"/>
                <a:cs typeface="+mn-lt"/>
              </a:rPr>
              <a:t> </a:t>
            </a:r>
            <a:r>
              <a:rPr lang="en-US" altLang="ja-JP" sz="2000" dirty="0">
                <a:latin typeface="游ゴシック"/>
                <a:ea typeface="游ゴシック"/>
                <a:cs typeface="+mn-lt"/>
              </a:rPr>
              <a:t>}</a:t>
            </a:r>
            <a:r>
              <a:rPr lang="ja-JP" altLang="en-US" sz="2000" dirty="0">
                <a:latin typeface="游ゴシック"/>
                <a:ea typeface="游ゴシック"/>
                <a:cs typeface="+mn-lt"/>
              </a:rPr>
              <a:t> </a:t>
            </a:r>
            <a:r>
              <a:rPr lang="en-US" altLang="ja-JP" sz="2000" dirty="0">
                <a:latin typeface="游ゴシック"/>
                <a:ea typeface="游ゴシック"/>
                <a:cs typeface="+mn-lt"/>
              </a:rPr>
              <a:t>from</a:t>
            </a:r>
            <a:r>
              <a:rPr lang="ja-JP" altLang="en-US" sz="2000" dirty="0">
                <a:latin typeface="游ゴシック"/>
                <a:ea typeface="游ゴシック"/>
                <a:cs typeface="+mn-lt"/>
              </a:rPr>
              <a:t> </a:t>
            </a:r>
            <a:r>
              <a:rPr lang="en-US" altLang="ja-JP" sz="2000" dirty="0">
                <a:latin typeface="游ゴシック"/>
                <a:ea typeface="游ゴシック"/>
                <a:cs typeface="+mn-lt"/>
              </a:rPr>
              <a:t>'/</a:t>
            </a:r>
            <a:r>
              <a:rPr lang="en-US" sz="2000" dirty="0">
                <a:latin typeface="游ゴシック"/>
                <a:ea typeface="游ゴシック"/>
                <a:cs typeface="+mn-lt"/>
              </a:rPr>
              <a:t>project/</a:t>
            </a:r>
            <a:r>
              <a:rPr lang="en-US" sz="2000" dirty="0" err="1">
                <a:latin typeface="游ゴシック"/>
                <a:ea typeface="游ゴシック"/>
                <a:cs typeface="+mn-lt"/>
              </a:rPr>
              <a:t>node_modules</a:t>
            </a:r>
            <a:r>
              <a:rPr lang="en-US" altLang="ja-JP" sz="2000" dirty="0">
                <a:latin typeface="游ゴシック"/>
                <a:ea typeface="游ゴシック"/>
                <a:cs typeface="+mn-lt"/>
              </a:rPr>
              <a:t>/</a:t>
            </a:r>
            <a:r>
              <a:rPr lang="en-US" altLang="ja-JP" sz="2000" dirty="0" err="1">
                <a:latin typeface="游ゴシック"/>
                <a:ea typeface="游ゴシック"/>
                <a:cs typeface="+mn-lt"/>
              </a:rPr>
              <a:t>nanoid</a:t>
            </a:r>
            <a:r>
              <a:rPr lang="en-US" altLang="ja-JP" sz="2000" dirty="0">
                <a:latin typeface="游ゴシック"/>
                <a:ea typeface="游ゴシック"/>
                <a:cs typeface="+mn-lt"/>
              </a:rPr>
              <a:t>/index.browser.js';</a:t>
            </a:r>
          </a:p>
        </p:txBody>
      </p:sp>
    </p:spTree>
    <p:extLst>
      <p:ext uri="{BB962C8B-B14F-4D97-AF65-F5344CB8AC3E}">
        <p14:creationId xmlns:p14="http://schemas.microsoft.com/office/powerpoint/2010/main" val="1850476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96F23-F64E-9EDE-3258-6CF15DFED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F683A5-721E-F7FE-F0D3-72C2B29B0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>
                <a:latin typeface="游ゴシック Light"/>
                <a:ea typeface="游ゴシック Light"/>
              </a:rPr>
              <a:t>ビルドについて </a:t>
            </a:r>
            <a:r>
              <a:rPr lang="en-US" altLang="ja-JP" dirty="0">
                <a:latin typeface="游ゴシック Light"/>
                <a:ea typeface="游ゴシック Light"/>
                <a:cs typeface="+mj-lt"/>
              </a:rPr>
              <a:t>/</a:t>
            </a:r>
            <a:r>
              <a:rPr lang="ja-JP" altLang="en-US" dirty="0">
                <a:latin typeface="游ゴシック Light"/>
                <a:ea typeface="游ゴシック Light"/>
                <a:cs typeface="+mj-lt"/>
              </a:rPr>
              <a:t> </a:t>
            </a:r>
            <a:r>
              <a:rPr lang="en-US" altLang="ja-JP" dirty="0">
                <a:latin typeface="游ゴシック Light"/>
                <a:ea typeface="游ゴシック Light"/>
                <a:cs typeface="+mj-lt"/>
              </a:rPr>
              <a:t>2 Load</a:t>
            </a:r>
            <a:endParaRPr lang="ja-JP" dirty="0">
              <a:latin typeface="游ゴシック Light"/>
              <a:ea typeface="游ゴシック Light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71F950-1E20-992A-ACC8-9384A9231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80000"/>
              </a:lnSpc>
            </a:pPr>
            <a:r>
              <a:rPr lang="ja-JP">
                <a:latin typeface="游ゴシック"/>
                <a:ea typeface="游ゴシック"/>
                <a:cs typeface="+mn-lt"/>
              </a:rPr>
              <a:t>普通のファイル</a:t>
            </a:r>
            <a:endParaRPr lang="ja-JP">
              <a:latin typeface="游ゴシック"/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ja-JP" sz="2800">
                <a:latin typeface="游ゴシック"/>
                <a:ea typeface="游ゴシック"/>
                <a:cs typeface="+mn-lt"/>
              </a:rPr>
              <a:t>main.</a:t>
            </a:r>
            <a:r>
              <a:rPr lang="en-US" altLang="ja-JP" sz="2800" dirty="0">
                <a:latin typeface="游ゴシック"/>
                <a:ea typeface="游ゴシック"/>
                <a:cs typeface="+mn-lt"/>
              </a:rPr>
              <a:t>t</a:t>
            </a:r>
            <a:r>
              <a:rPr lang="ja-JP" sz="2800">
                <a:latin typeface="游ゴシック"/>
                <a:ea typeface="游ゴシック"/>
                <a:cs typeface="+mn-lt"/>
              </a:rPr>
              <a:t>s</a:t>
            </a:r>
            <a:r>
              <a:rPr lang="ja-JP" altLang="en-US" sz="2800">
                <a:latin typeface="游ゴシック"/>
                <a:ea typeface="游ゴシック"/>
                <a:cs typeface="+mn-lt"/>
              </a:rPr>
              <a:t>・</a:t>
            </a:r>
            <a:r>
              <a:rPr lang="ja-JP" sz="2800">
                <a:latin typeface="游ゴシック"/>
                <a:ea typeface="游ゴシック"/>
                <a:cs typeface="+mn-lt"/>
              </a:rPr>
              <a:t>style.css・App.vue 等をテキスト</a:t>
            </a:r>
            <a:r>
              <a:rPr lang="ja-JP" altLang="en-US" sz="2800">
                <a:latin typeface="游ゴシック"/>
                <a:ea typeface="游ゴシック"/>
                <a:cs typeface="+mn-lt"/>
              </a:rPr>
              <a:t>として</a:t>
            </a:r>
            <a:r>
              <a:rPr lang="ja-JP" sz="2800">
                <a:latin typeface="游ゴシック"/>
                <a:ea typeface="游ゴシック"/>
                <a:cs typeface="+mn-lt"/>
              </a:rPr>
              <a:t>読む。</a:t>
            </a:r>
            <a:endParaRPr lang="ja-JP" sz="2800">
              <a:latin typeface="游ゴシック"/>
              <a:ea typeface="游ゴシック" panose="020B0400000000000000" pitchFamily="34" charset="-128"/>
            </a:endParaRPr>
          </a:p>
          <a:p>
            <a:pPr marL="457200" indent="-457200">
              <a:lnSpc>
                <a:spcPct val="80000"/>
              </a:lnSpc>
            </a:pPr>
            <a:r>
              <a:rPr lang="ja-JP">
                <a:latin typeface="游ゴシック"/>
                <a:ea typeface="游ゴシック"/>
                <a:cs typeface="+mn-lt"/>
              </a:rPr>
              <a:t>仮想モジュール</a:t>
            </a:r>
            <a:endParaRPr lang="en-US">
              <a:latin typeface="游ゴシック"/>
              <a:ea typeface="游ゴシック"/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ja-JP" altLang="en-US" sz="2800">
                <a:latin typeface="游ゴシック"/>
                <a:ea typeface="游ゴシック"/>
                <a:cs typeface="+mn-lt"/>
              </a:rPr>
              <a:t>ディスクに存在しないモジュール。ビルド日時等をプラグ</a:t>
            </a:r>
            <a:r>
              <a:rPr lang="ja-JP" sz="2800">
                <a:latin typeface="游ゴシック"/>
                <a:ea typeface="游ゴシック"/>
                <a:cs typeface="+mn-lt"/>
              </a:rPr>
              <a:t>イン</a:t>
            </a:r>
            <a:r>
              <a:rPr lang="ja-JP" altLang="en-US" sz="2800">
                <a:latin typeface="游ゴシック"/>
                <a:ea typeface="游ゴシック"/>
                <a:cs typeface="+mn-lt"/>
              </a:rPr>
              <a:t>が作って返す</a:t>
            </a:r>
            <a:endParaRPr lang="ja-JP" altLang="en-US" sz="2800">
              <a:ea typeface="游ゴシック"/>
            </a:endParaRPr>
          </a:p>
          <a:p>
            <a:pPr marL="457200" indent="-457200">
              <a:lnSpc>
                <a:spcPct val="80000"/>
              </a:lnSpc>
            </a:pPr>
            <a:r>
              <a:rPr lang="ja-JP" altLang="en-US">
                <a:latin typeface="游ゴシック"/>
                <a:ea typeface="游ゴシック"/>
                <a:cs typeface="+mn-lt"/>
              </a:rPr>
              <a:t>画像・フォント等</a:t>
            </a:r>
            <a:endParaRPr lang="ja-JP" altLang="en-US"/>
          </a:p>
          <a:p>
            <a:pPr marL="457200" lvl="1" indent="0">
              <a:lnSpc>
                <a:spcPct val="80000"/>
              </a:lnSpc>
              <a:buNone/>
            </a:pPr>
            <a:r>
              <a:rPr lang="ja-JP" sz="2800">
                <a:latin typeface="游ゴシック"/>
                <a:ea typeface="游ゴシック"/>
                <a:cs typeface="+mn-lt"/>
              </a:rPr>
              <a:t>読み込</a:t>
            </a:r>
            <a:r>
              <a:rPr lang="ja-JP" altLang="en-US" sz="2800">
                <a:latin typeface="游ゴシック"/>
                <a:ea typeface="游ゴシック"/>
                <a:cs typeface="+mn-lt"/>
              </a:rPr>
              <a:t>んだ後、次の工程で</a:t>
            </a:r>
            <a:r>
              <a:rPr lang="en-US" altLang="ja-JP" sz="2800" dirty="0">
                <a:latin typeface="游ゴシック"/>
                <a:ea typeface="游ゴシック"/>
                <a:cs typeface="+mn-lt"/>
              </a:rPr>
              <a:t>JS</a:t>
            </a:r>
            <a:r>
              <a:rPr lang="ja-JP" altLang="en-US" sz="2800">
                <a:latin typeface="游ゴシック"/>
                <a:ea typeface="游ゴシック"/>
                <a:cs typeface="+mn-lt"/>
              </a:rPr>
              <a:t>に変換さ</a:t>
            </a:r>
            <a:r>
              <a:rPr lang="ja-JP" sz="2800">
                <a:latin typeface="游ゴシック"/>
                <a:ea typeface="游ゴシック"/>
                <a:cs typeface="+mn-lt"/>
              </a:rPr>
              <a:t>れる</a:t>
            </a:r>
            <a:endParaRPr lang="ja-JP" sz="2800">
              <a:latin typeface="游ゴシック"/>
              <a:ea typeface="游ゴシック"/>
            </a:endParaRPr>
          </a:p>
          <a:p>
            <a:pPr marL="0" indent="0">
              <a:buNone/>
            </a:pPr>
            <a:endParaRPr lang="ja-JP" altLang="en-US" dirty="0">
              <a:latin typeface="游ゴシック"/>
              <a:ea typeface="游ゴシック"/>
              <a:cs typeface="+mn-lt"/>
            </a:endParaRPr>
          </a:p>
          <a:p>
            <a:pPr marL="0" indent="0">
              <a:buNone/>
            </a:pPr>
            <a:r>
              <a:rPr lang="ja-JP">
                <a:latin typeface="游ゴシック"/>
                <a:ea typeface="游ゴシック"/>
                <a:cs typeface="+mn-lt"/>
              </a:rPr>
              <a:t>import routes from 'virtual:routes' のように、ファイルがないのに import できるのはこの仕組み</a:t>
            </a:r>
            <a:endParaRPr lang="ja-JP"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678125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64CE1-5158-EA96-CAD8-2355A2E36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ACEA73-327C-304C-C32C-6518593BE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>
                <a:latin typeface="游ゴシック Light"/>
                <a:ea typeface="游ゴシック Light"/>
              </a:rPr>
              <a:t>ビルドについて </a:t>
            </a:r>
            <a:r>
              <a:rPr lang="en-US" altLang="ja-JP" dirty="0">
                <a:latin typeface="游ゴシック Light"/>
                <a:ea typeface="游ゴシック Light"/>
                <a:cs typeface="+mj-lt"/>
              </a:rPr>
              <a:t>/</a:t>
            </a:r>
            <a:r>
              <a:rPr lang="ja-JP" altLang="en-US" dirty="0">
                <a:latin typeface="游ゴシック Light"/>
                <a:ea typeface="游ゴシック Light"/>
                <a:cs typeface="+mj-lt"/>
              </a:rPr>
              <a:t> </a:t>
            </a:r>
            <a:r>
              <a:rPr lang="en-US" altLang="ja-JP" dirty="0">
                <a:latin typeface="游ゴシック Light"/>
                <a:ea typeface="游ゴシック Light"/>
                <a:cs typeface="+mj-lt"/>
              </a:rPr>
              <a:t>3 Transform</a:t>
            </a:r>
            <a:endParaRPr lang="ja-JP" dirty="0">
              <a:latin typeface="游ゴシック Light"/>
              <a:ea typeface="游ゴシック Light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7A1CA0-28B6-080E-8A56-D058105A2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>
                <a:latin typeface="游ゴシック"/>
                <a:ea typeface="游ゴシック"/>
                <a:cs typeface="+mn-lt"/>
              </a:rPr>
              <a:t>変換したコードを</a:t>
            </a:r>
            <a:r>
              <a:rPr lang="ja-JP" altLang="en-US">
                <a:latin typeface="游ゴシック"/>
                <a:ea typeface="游ゴシック"/>
                <a:cs typeface="+mn-lt"/>
              </a:rPr>
              <a:t>パースして</a:t>
            </a:r>
            <a:r>
              <a:rPr lang="en-US" altLang="ja-JP" dirty="0" err="1">
                <a:latin typeface="游ゴシック"/>
                <a:ea typeface="游ゴシック"/>
                <a:cs typeface="+mn-lt"/>
              </a:rPr>
              <a:t>i</a:t>
            </a:r>
            <a:r>
              <a:rPr lang="ja-JP">
                <a:latin typeface="游ゴシック"/>
                <a:ea typeface="游ゴシック"/>
                <a:cs typeface="+mn-lt"/>
              </a:rPr>
              <a:t>mport を見つけ</a:t>
            </a:r>
            <a:r>
              <a:rPr lang="ja-JP" altLang="en-US">
                <a:latin typeface="游ゴシック"/>
                <a:ea typeface="游ゴシック"/>
                <a:cs typeface="+mn-lt"/>
              </a:rPr>
              <a:t>て</a:t>
            </a:r>
            <a:r>
              <a:rPr lang="ja-JP">
                <a:latin typeface="游ゴシック"/>
                <a:ea typeface="游ゴシック"/>
                <a:cs typeface="+mn-lt"/>
              </a:rPr>
              <a:t>Resolve に戻る</a:t>
            </a:r>
            <a:endParaRPr lang="ja-JP">
              <a:ea typeface="游ゴシック" panose="020B0400000000000000" pitchFamily="34" charset="-128"/>
            </a:endParaRPr>
          </a:p>
          <a:p>
            <a:pPr marL="0" indent="0">
              <a:buNone/>
            </a:pPr>
            <a:endParaRPr lang="ja-JP" dirty="0">
              <a:latin typeface="游ゴシック"/>
              <a:ea typeface="游ゴシック"/>
            </a:endParaRP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.ts：型を削除して素のJS化、型チェックは行わない</a:t>
            </a:r>
            <a:endParaRPr lang="ja-JP" altLang="en-US" dirty="0">
              <a:ea typeface="游ゴシック"/>
            </a:endParaRPr>
          </a:p>
          <a:p>
            <a:pPr marL="0" indent="0">
              <a:buNone/>
            </a:pPr>
            <a:r>
              <a:rPr lang="en-US" altLang="ja-JP" dirty="0">
                <a:ea typeface="游ゴシック"/>
              </a:rPr>
              <a:t>.</a:t>
            </a:r>
            <a:r>
              <a:rPr lang="en-US" altLang="ja-JP" dirty="0" err="1">
                <a:ea typeface="游ゴシック"/>
              </a:rPr>
              <a:t>jsx</a:t>
            </a:r>
            <a:r>
              <a:rPr lang="ja-JP">
                <a:ea typeface="游ゴシック"/>
              </a:rPr>
              <a:t>：J</a:t>
            </a:r>
            <a:r>
              <a:rPr lang="en-US" altLang="ja-JP" dirty="0" err="1">
                <a:ea typeface="游ゴシック"/>
              </a:rPr>
              <a:t>SXを関数呼び出しに変換</a:t>
            </a:r>
            <a:endParaRPr lang="ja-JP" dirty="0" err="1"/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.vue, .svelte等：変換はプラグインに任せる</a:t>
            </a:r>
            <a:endParaRPr lang="ja-JP">
              <a:ea typeface="游ゴシック"/>
            </a:endParaRP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.css：&lt;style&gt;を注入するJSに変換</a:t>
            </a: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.json, .svg等：export default にしてJS化</a:t>
            </a:r>
          </a:p>
          <a:p>
            <a:pPr marL="0" indent="0">
              <a:buNone/>
            </a:pPr>
            <a:endParaRPr lang="ja-JP" altLang="en-US" dirty="0"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348958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299D8-8682-2099-D20B-676902CE7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E69527-EA7B-FA04-2B15-CC25DBD5C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>
                <a:latin typeface="游ゴシック Light"/>
                <a:ea typeface="游ゴシック Light"/>
              </a:rPr>
              <a:t>ビルドについて </a:t>
            </a:r>
            <a:r>
              <a:rPr lang="en-US" altLang="ja-JP" dirty="0">
                <a:latin typeface="游ゴシック Light"/>
                <a:ea typeface="游ゴシック Light"/>
                <a:cs typeface="+mj-lt"/>
              </a:rPr>
              <a:t>/</a:t>
            </a:r>
            <a:r>
              <a:rPr lang="ja-JP" altLang="en-US" dirty="0">
                <a:latin typeface="游ゴシック Light"/>
                <a:ea typeface="游ゴシック Light"/>
                <a:cs typeface="+mj-lt"/>
              </a:rPr>
              <a:t> </a:t>
            </a:r>
            <a:r>
              <a:rPr lang="en-US" altLang="ja-JP" dirty="0">
                <a:latin typeface="游ゴシック Light"/>
                <a:ea typeface="游ゴシック Light"/>
                <a:cs typeface="+mj-lt"/>
              </a:rPr>
              <a:t>4 Optimize</a:t>
            </a:r>
            <a:endParaRPr lang="ja-JP" dirty="0">
              <a:latin typeface="游ゴシック Light"/>
              <a:ea typeface="游ゴシック Light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3345B1-1790-FD3B-F664-0087E64A2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>
                <a:ea typeface="游ゴシック"/>
              </a:rPr>
              <a:t>Bundle：依存を結合して、衝突する変数をリネーム</a:t>
            </a: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Tree Shaking：</a:t>
            </a:r>
            <a:r>
              <a:rPr lang="ja-JP" altLang="en-US">
                <a:ea typeface="游ゴシック"/>
                <a:cs typeface="+mn-lt"/>
              </a:rPr>
              <a:t>依存グラフから使用されていないexport を削る</a:t>
            </a: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Code Splitting：共通部や動的importを別チャンクに分ける</a:t>
            </a:r>
            <a:endParaRPr lang="ja-JP" altLang="en-US" dirty="0">
              <a:ea typeface="游ゴシック"/>
            </a:endParaRP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Minify：変数名の短縮・空白削除・未到達のコードの削除</a:t>
            </a:r>
          </a:p>
          <a:p>
            <a:pPr marL="0" indent="0">
              <a:buNone/>
            </a:pPr>
            <a:endParaRPr lang="ja-JP" altLang="en-US" dirty="0">
              <a:ea typeface="游ゴシック"/>
            </a:endParaRPr>
          </a:p>
          <a:p>
            <a:pPr marL="0" indent="0">
              <a:buNone/>
            </a:pPr>
            <a:endParaRPr lang="ja-JP" altLang="en-US" dirty="0"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262057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DF036-CB60-6480-7CC4-6D76188B0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10951A-C0EF-9B3E-B556-50578D249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>
                <a:latin typeface="游ゴシック Light"/>
                <a:ea typeface="游ゴシック Light"/>
              </a:rPr>
              <a:t>ビルドについて </a:t>
            </a:r>
            <a:r>
              <a:rPr lang="en-US" altLang="ja-JP" dirty="0">
                <a:latin typeface="游ゴシック Light"/>
                <a:ea typeface="游ゴシック Light"/>
                <a:cs typeface="+mj-lt"/>
              </a:rPr>
              <a:t>/</a:t>
            </a:r>
            <a:r>
              <a:rPr lang="ja-JP" altLang="en-US" dirty="0">
                <a:latin typeface="游ゴシック Light"/>
                <a:ea typeface="游ゴシック Light"/>
                <a:cs typeface="+mj-lt"/>
              </a:rPr>
              <a:t> </a:t>
            </a:r>
            <a:r>
              <a:rPr lang="en-US" altLang="ja-JP" dirty="0">
                <a:latin typeface="游ゴシック Light"/>
                <a:ea typeface="游ゴシック Light"/>
                <a:cs typeface="+mj-lt"/>
              </a:rPr>
              <a:t>5 Emit</a:t>
            </a:r>
            <a:endParaRPr lang="ja-JP" dirty="0">
              <a:latin typeface="游ゴシック Light"/>
              <a:ea typeface="游ゴシック Light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5A308B-8E98-4717-5B3D-0F43CC636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ja-JP" altLang="en-US" sz="2400">
                <a:latin typeface="游ゴシック"/>
                <a:ea typeface="游ゴシック"/>
              </a:rPr>
              <a:t>チャンクをハッシュをつけて書き出すことで、配布時のキャッシュと、変更後の反映を両立する</a:t>
            </a:r>
            <a:endParaRPr lang="ja-JP" sz="2400">
              <a:latin typeface="游ゴシック"/>
              <a:ea typeface="游ゴシック"/>
            </a:endParaRPr>
          </a:p>
          <a:p>
            <a:pPr marL="0" indent="0">
              <a:buNone/>
            </a:pPr>
            <a:r>
              <a:rPr lang="ja-JP" altLang="en-US" sz="2400">
                <a:latin typeface="游ゴシック"/>
                <a:ea typeface="游ゴシック"/>
              </a:rPr>
              <a:t>HTMLのscript・linkのパスを書き出したパスに置き換える</a:t>
            </a:r>
            <a:endParaRPr lang="ja-JP" sz="2400">
              <a:ea typeface="游ゴシック"/>
            </a:endParaRPr>
          </a:p>
          <a:p>
            <a:pPr marL="0" indent="0">
              <a:buNone/>
            </a:pPr>
            <a:endParaRPr lang="ja-JP" altLang="en-US" sz="2400" dirty="0">
              <a:latin typeface="游ゴシック"/>
              <a:ea typeface="游ゴシック"/>
              <a:cs typeface="+mn-lt"/>
            </a:endParaRPr>
          </a:p>
          <a:p>
            <a:pPr>
              <a:buNone/>
            </a:pPr>
            <a:r>
              <a:rPr lang="ja-JP" sz="2400">
                <a:latin typeface="游ゴシック"/>
                <a:ea typeface="游ゴシック"/>
                <a:cs typeface="+mn-lt"/>
              </a:rPr>
              <a:t>dist/</a:t>
            </a:r>
            <a:endParaRPr lang="ja-JP" sz="2400">
              <a:latin typeface="游ゴシック"/>
              <a:ea typeface="游ゴシック"/>
            </a:endParaRPr>
          </a:p>
          <a:p>
            <a:pPr>
              <a:buNone/>
            </a:pPr>
            <a:r>
              <a:rPr lang="ja-JP" sz="2400">
                <a:latin typeface="游ゴシック"/>
                <a:ea typeface="游ゴシック"/>
                <a:cs typeface="+mn-lt"/>
              </a:rPr>
              <a:t>├─ index.html</a:t>
            </a:r>
            <a:endParaRPr lang="ja-JP" sz="2400">
              <a:latin typeface="游ゴシック"/>
              <a:ea typeface="游ゴシック"/>
            </a:endParaRPr>
          </a:p>
          <a:p>
            <a:pPr>
              <a:buNone/>
            </a:pPr>
            <a:r>
              <a:rPr lang="ja-JP" sz="2400">
                <a:latin typeface="游ゴシック"/>
                <a:ea typeface="游ゴシック"/>
                <a:cs typeface="+mn-lt"/>
              </a:rPr>
              <a:t>└─ assets/</a:t>
            </a:r>
            <a:endParaRPr lang="ja-JP" sz="2400">
              <a:latin typeface="游ゴシック"/>
              <a:ea typeface="游ゴシック"/>
            </a:endParaRPr>
          </a:p>
          <a:p>
            <a:pPr>
              <a:buNone/>
            </a:pPr>
            <a:r>
              <a:rPr lang="ja-JP" sz="2400">
                <a:latin typeface="游ゴシック"/>
                <a:ea typeface="游ゴシック"/>
                <a:cs typeface="+mn-lt"/>
              </a:rPr>
              <a:t>   ├─ index-Bx43ohxV.js     ← エントリ（ファイル名に内容ハッシュ）</a:t>
            </a:r>
            <a:endParaRPr lang="ja-JP" sz="2400">
              <a:latin typeface="游ゴシック"/>
              <a:ea typeface="游ゴシック"/>
            </a:endParaRPr>
          </a:p>
          <a:p>
            <a:pPr>
              <a:buNone/>
            </a:pPr>
            <a:r>
              <a:rPr lang="ja-JP" sz="2400">
                <a:latin typeface="游ゴシック"/>
                <a:ea typeface="游ゴシック"/>
                <a:cs typeface="+mn-lt"/>
              </a:rPr>
              <a:t>   ├─ index-BBFHx35T.css    ← ③で JS 化した CSS を抽出したもの</a:t>
            </a:r>
            <a:endParaRPr lang="ja-JP" sz="2400">
              <a:latin typeface="游ゴシック"/>
              <a:ea typeface="游ゴシック"/>
            </a:endParaRPr>
          </a:p>
          <a:p>
            <a:pPr>
              <a:buNone/>
            </a:pPr>
            <a:r>
              <a:rPr lang="ja-JP" sz="2400">
                <a:latin typeface="游ゴシック"/>
                <a:ea typeface="游ゴシック"/>
                <a:cs typeface="+mn-lt"/>
              </a:rPr>
              <a:t>   ├─ heavy-CuXC7Vo8.js     ← 動的 import で分割されたチャンク</a:t>
            </a:r>
            <a:endParaRPr lang="ja-JP" sz="2400">
              <a:latin typeface="游ゴシック"/>
              <a:ea typeface="游ゴシック"/>
            </a:endParaRPr>
          </a:p>
          <a:p>
            <a:pPr marL="0" indent="0">
              <a:buNone/>
            </a:pPr>
            <a:r>
              <a:rPr lang="ja-JP" sz="2400">
                <a:latin typeface="游ゴシック"/>
                <a:ea typeface="游ゴシック"/>
                <a:cs typeface="+mn-lt"/>
              </a:rPr>
              <a:t>   └─ *.js.map              ← sourcemap</a:t>
            </a:r>
            <a:endParaRPr lang="ja-JP" sz="2400">
              <a:latin typeface="游ゴシック"/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138758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E15F1-2D5F-43A6-E8CF-D33187D5F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572DD0-B543-5F3A-774B-97E13667D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Vite7 -&gt; 8 の変化を工程ごとに見る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D2A1CB8-F67E-D49A-F36F-A0D0F6703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>
                <a:ea typeface="游ゴシック"/>
              </a:rPr>
              <a:t>工程は変わらずに内部の実行ツールだけ変化した。</a:t>
            </a:r>
            <a:endParaRPr lang="ja-JP" altLang="en-US" dirty="0">
              <a:ea typeface="游ゴシック"/>
            </a:endParaRP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A2947224-8499-298D-34F6-A0E5CC0E93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729430"/>
              </p:ext>
            </p:extLst>
          </p:nvPr>
        </p:nvGraphicFramePr>
        <p:xfrm>
          <a:off x="1615440" y="3129280"/>
          <a:ext cx="9011917" cy="2225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960">
                  <a:extLst>
                    <a:ext uri="{9D8B030D-6E8A-4147-A177-3AD203B41FA5}">
                      <a16:colId xmlns:a16="http://schemas.microsoft.com/office/drawing/2014/main" val="2024936331"/>
                    </a:ext>
                  </a:extLst>
                </a:gridCol>
                <a:gridCol w="3207172">
                  <a:extLst>
                    <a:ext uri="{9D8B030D-6E8A-4147-A177-3AD203B41FA5}">
                      <a16:colId xmlns:a16="http://schemas.microsoft.com/office/drawing/2014/main" val="1671159403"/>
                    </a:ext>
                  </a:extLst>
                </a:gridCol>
                <a:gridCol w="3203785">
                  <a:extLst>
                    <a:ext uri="{9D8B030D-6E8A-4147-A177-3AD203B41FA5}">
                      <a16:colId xmlns:a16="http://schemas.microsoft.com/office/drawing/2014/main" val="19932283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ja-JP" altLang="en-US"/>
                        <a:t>工程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Vite 7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Vite 8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34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en-US"/>
                        <a:t>1 Resolve / 2 Load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Rollup(JS)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Rolldown (Rsut)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747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en-US"/>
                        <a:t>3 Transform (JS/CSS)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Esbuild (Go) / PostCSS (JS)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Oxc (Rust) / PostCSS(JS)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769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en-US"/>
                        <a:t>4 Optimize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Rollup (JS)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Rolldown (Rust)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783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en-US"/>
                        <a:t>4 Minify (JS/CSS)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Esbuild (Go)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Oxc / LigthningCSS (Rust)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13240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/>
                        <a:t>5 Emit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/>
                        <a:t>Rollup (JS)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/>
                        <a:t>Rolldown (Rust)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343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5704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73682-0A31-66D1-9D8A-3C2F78CAA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C1E4AA-0890-9246-9453-D625EF031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Vite 8 なぜ早くなったか①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8354C6C-3A52-FF48-0488-809B34659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altLang="ja-JP" dirty="0">
                <a:ea typeface="+mn-lt"/>
                <a:cs typeface="+mn-lt"/>
              </a:rPr>
              <a:t>Resolve</a:t>
            </a:r>
            <a:r>
              <a:rPr lang="ja-JP" altLang="en-US" dirty="0">
                <a:ea typeface="+mn-lt"/>
                <a:cs typeface="+mn-lt"/>
              </a:rPr>
              <a:t> </a:t>
            </a:r>
            <a:r>
              <a:rPr lang="en-US" altLang="ja-JP" dirty="0">
                <a:ea typeface="+mn-lt"/>
                <a:cs typeface="+mn-lt"/>
              </a:rPr>
              <a:t>/</a:t>
            </a:r>
            <a:r>
              <a:rPr lang="ja-JP" altLang="en-US" dirty="0">
                <a:ea typeface="+mn-lt"/>
                <a:cs typeface="+mn-lt"/>
              </a:rPr>
              <a:t> </a:t>
            </a:r>
            <a:r>
              <a:rPr lang="en-US" altLang="ja-JP" dirty="0">
                <a:ea typeface="+mn-lt"/>
                <a:cs typeface="+mn-lt"/>
              </a:rPr>
              <a:t>Load</a:t>
            </a:r>
            <a:r>
              <a:rPr lang="ja-JP">
                <a:ea typeface="+mn-lt"/>
                <a:cs typeface="+mn-lt"/>
              </a:rPr>
              <a:t> </a:t>
            </a:r>
            <a:r>
              <a:rPr lang="ja-JP">
                <a:latin typeface="Aptos"/>
                <a:ea typeface="游ゴシック"/>
                <a:cs typeface="+mn-lt"/>
              </a:rPr>
              <a:t>/ </a:t>
            </a:r>
            <a:r>
              <a:rPr lang="ja-JP">
                <a:ea typeface="+mn-lt"/>
                <a:cs typeface="+mn-lt"/>
              </a:rPr>
              <a:t>Transform</a:t>
            </a:r>
            <a:r>
              <a:rPr lang="ja-JP" altLang="en-US">
                <a:latin typeface="游ゴシック"/>
                <a:ea typeface="游ゴシック"/>
                <a:cs typeface="+mn-lt"/>
              </a:rPr>
              <a:t> はファイ</a:t>
            </a:r>
            <a:r>
              <a:rPr lang="ja-JP">
                <a:latin typeface="游ゴシック"/>
                <a:ea typeface="游ゴシック"/>
                <a:cs typeface="+mn-lt"/>
              </a:rPr>
              <a:t>ルごとに独立した処理</a:t>
            </a:r>
            <a:endParaRPr lang="ja-JP"/>
          </a:p>
          <a:p>
            <a:pPr marL="457200" lvl="1" indent="0">
              <a:buNone/>
            </a:pPr>
            <a:r>
              <a:rPr lang="ja-JP">
                <a:latin typeface="游ゴシック"/>
                <a:ea typeface="游ゴシック"/>
                <a:cs typeface="+mn-lt"/>
              </a:rPr>
              <a:t>ファイル</a:t>
            </a:r>
            <a:r>
              <a:rPr lang="ja-JP" altLang="en-US">
                <a:latin typeface="游ゴシック"/>
                <a:ea typeface="游ゴシック"/>
                <a:cs typeface="+mn-lt"/>
              </a:rPr>
              <a:t>の解決・読み込み</a:t>
            </a:r>
            <a:r>
              <a:rPr lang="ja-JP">
                <a:latin typeface="游ゴシック"/>
                <a:ea typeface="游ゴシック"/>
                <a:cs typeface="+mn-lt"/>
              </a:rPr>
              <a:t>・変換を繰り返すだけ</a:t>
            </a:r>
            <a:r>
              <a:rPr lang="ja-JP" altLang="en-US">
                <a:latin typeface="游ゴシック"/>
                <a:ea typeface="游ゴシック"/>
                <a:cs typeface="+mn-lt"/>
              </a:rPr>
              <a:t>で</a:t>
            </a:r>
            <a:r>
              <a:rPr lang="ja-JP">
                <a:latin typeface="游ゴシック"/>
                <a:ea typeface="游ゴシック"/>
                <a:cs typeface="+mn-lt"/>
              </a:rPr>
              <a:t>、ファイル同士がお互いを待つ必要がない</a:t>
            </a:r>
            <a:endParaRPr lang="ja-JP">
              <a:ea typeface="游ゴシック"/>
            </a:endParaRPr>
          </a:p>
          <a:p>
            <a:pPr marL="0" indent="0">
              <a:buNone/>
            </a:pPr>
            <a:endParaRPr lang="ja-JP" altLang="en-US" dirty="0">
              <a:latin typeface="游ゴシック"/>
              <a:ea typeface="游ゴシック"/>
              <a:cs typeface="+mn-lt"/>
            </a:endParaRPr>
          </a:p>
          <a:p>
            <a:pPr marL="457200" indent="-457200"/>
            <a:r>
              <a:rPr lang="ja-JP">
                <a:latin typeface="游ゴシック"/>
                <a:ea typeface="游ゴシック"/>
                <a:cs typeface="+mn-lt"/>
              </a:rPr>
              <a:t>Vite 7（Rollup）：JavaSc</a:t>
            </a:r>
            <a:r>
              <a:rPr lang="en-US" altLang="ja-JP" dirty="0">
                <a:latin typeface="游ゴシック"/>
                <a:ea typeface="游ゴシック"/>
                <a:cs typeface="+mn-lt"/>
              </a:rPr>
              <a:t>r</a:t>
            </a:r>
            <a:r>
              <a:rPr lang="ja-JP">
                <a:latin typeface="游ゴシック"/>
                <a:ea typeface="游ゴシック"/>
                <a:cs typeface="+mn-lt"/>
              </a:rPr>
              <a:t>ip</a:t>
            </a:r>
            <a:r>
              <a:rPr lang="en-US" altLang="ja-JP" dirty="0">
                <a:latin typeface="游ゴシック"/>
                <a:ea typeface="游ゴシック"/>
                <a:cs typeface="+mn-lt"/>
              </a:rPr>
              <a:t>t</a:t>
            </a:r>
            <a:r>
              <a:rPr lang="ja-JP">
                <a:latin typeface="游ゴシック"/>
                <a:ea typeface="游ゴシック"/>
                <a:cs typeface="+mn-lt"/>
              </a:rPr>
              <a:t> </a:t>
            </a:r>
            <a:r>
              <a:rPr lang="ja-JP" altLang="en-US">
                <a:latin typeface="游ゴシック"/>
                <a:ea typeface="游ゴシック"/>
                <a:cs typeface="+mn-lt"/>
              </a:rPr>
              <a:t>で、基本</a:t>
            </a:r>
            <a:r>
              <a:rPr lang="en-US" altLang="ja-JP" dirty="0">
                <a:latin typeface="游ゴシック"/>
                <a:ea typeface="游ゴシック"/>
                <a:cs typeface="+mn-lt"/>
              </a:rPr>
              <a:t>1</a:t>
            </a:r>
            <a:r>
              <a:rPr lang="ja-JP">
                <a:latin typeface="游ゴシック"/>
                <a:ea typeface="游ゴシック"/>
                <a:cs typeface="+mn-lt"/>
              </a:rPr>
              <a:t>スレッド</a:t>
            </a:r>
            <a:endParaRPr lang="ja-JP">
              <a:latin typeface="游ゴシック"/>
            </a:endParaRPr>
          </a:p>
          <a:p>
            <a:pPr marL="457200" lvl="1" indent="0">
              <a:buNone/>
            </a:pPr>
            <a:r>
              <a:rPr lang="ja-JP" altLang="en-US">
                <a:latin typeface="游ゴシック"/>
                <a:ea typeface="游ゴシック"/>
                <a:cs typeface="+mn-lt"/>
              </a:rPr>
              <a:t>プロジェクトファイ</a:t>
            </a:r>
            <a:r>
              <a:rPr lang="ja-JP">
                <a:latin typeface="游ゴシック"/>
                <a:ea typeface="游ゴシック"/>
                <a:cs typeface="+mn-lt"/>
              </a:rPr>
              <a:t>ル</a:t>
            </a:r>
            <a:r>
              <a:rPr lang="ja-JP" altLang="en-US">
                <a:latin typeface="游ゴシック"/>
                <a:ea typeface="游ゴシック"/>
                <a:cs typeface="+mn-lt"/>
              </a:rPr>
              <a:t>を、</a:t>
            </a:r>
            <a:r>
              <a:rPr lang="en-US" altLang="ja-JP" dirty="0">
                <a:latin typeface="游ゴシック"/>
                <a:ea typeface="游ゴシック"/>
                <a:cs typeface="+mn-lt"/>
              </a:rPr>
              <a:t>1</a:t>
            </a:r>
            <a:r>
              <a:rPr lang="ja-JP" altLang="en-US">
                <a:latin typeface="游ゴシック"/>
                <a:ea typeface="游ゴシック"/>
                <a:cs typeface="+mn-lt"/>
              </a:rPr>
              <a:t>本</a:t>
            </a:r>
            <a:r>
              <a:rPr lang="ja-JP">
                <a:latin typeface="游ゴシック"/>
                <a:ea typeface="游ゴシック"/>
                <a:cs typeface="+mn-lt"/>
              </a:rPr>
              <a:t>の</a:t>
            </a:r>
            <a:r>
              <a:rPr lang="ja-JP" altLang="en-US">
                <a:latin typeface="游ゴシック"/>
                <a:ea typeface="游ゴシック"/>
                <a:cs typeface="+mn-lt"/>
              </a:rPr>
              <a:t>スレッド</a:t>
            </a:r>
            <a:r>
              <a:rPr lang="ja-JP">
                <a:latin typeface="游ゴシック"/>
                <a:ea typeface="游ゴシック"/>
                <a:cs typeface="+mn-lt"/>
              </a:rPr>
              <a:t>で</a:t>
            </a:r>
            <a:r>
              <a:rPr lang="ja-JP" altLang="en-US">
                <a:latin typeface="游ゴシック"/>
                <a:ea typeface="游ゴシック"/>
                <a:cs typeface="+mn-lt"/>
              </a:rPr>
              <a:t>順番に処理</a:t>
            </a:r>
            <a:r>
              <a:rPr lang="ja-JP">
                <a:latin typeface="游ゴシック"/>
                <a:ea typeface="游ゴシック"/>
                <a:cs typeface="+mn-lt"/>
              </a:rPr>
              <a:t>していた</a:t>
            </a:r>
            <a:endParaRPr lang="ja-JP">
              <a:latin typeface="游ゴシック"/>
              <a:ea typeface="游ゴシック"/>
            </a:endParaRPr>
          </a:p>
          <a:p>
            <a:pPr marL="457200" indent="-457200"/>
            <a:r>
              <a:rPr lang="ja-JP">
                <a:latin typeface="游ゴシック"/>
                <a:ea typeface="游ゴシック"/>
                <a:cs typeface="+mn-lt"/>
              </a:rPr>
              <a:t>Vite</a:t>
            </a:r>
            <a:r>
              <a:rPr lang="ja-JP" altLang="en-US">
                <a:latin typeface="游ゴシック"/>
                <a:ea typeface="游ゴシック"/>
                <a:cs typeface="+mn-lt"/>
              </a:rPr>
              <a:t> </a:t>
            </a:r>
            <a:r>
              <a:rPr lang="ja-JP">
                <a:latin typeface="游ゴシック"/>
                <a:ea typeface="游ゴシック"/>
                <a:cs typeface="+mn-lt"/>
              </a:rPr>
              <a:t>8</a:t>
            </a:r>
            <a:r>
              <a:rPr lang="ja-JP" altLang="en-US">
                <a:latin typeface="游ゴシック"/>
                <a:ea typeface="游ゴシック"/>
                <a:cs typeface="+mn-lt"/>
              </a:rPr>
              <a:t>（</a:t>
            </a:r>
            <a:r>
              <a:rPr lang="ja-JP">
                <a:latin typeface="游ゴシック"/>
                <a:ea typeface="游ゴシック"/>
                <a:cs typeface="+mn-lt"/>
              </a:rPr>
              <a:t>Rolldown</a:t>
            </a:r>
            <a:r>
              <a:rPr lang="ja-JP" altLang="en-US">
                <a:latin typeface="游ゴシック"/>
                <a:ea typeface="游ゴシック"/>
                <a:cs typeface="+mn-lt"/>
              </a:rPr>
              <a:t>）：</a:t>
            </a:r>
            <a:r>
              <a:rPr lang="en-US" altLang="ja-JP" dirty="0">
                <a:latin typeface="游ゴシック"/>
                <a:ea typeface="游ゴシック"/>
                <a:cs typeface="+mn-lt"/>
              </a:rPr>
              <a:t>R</a:t>
            </a:r>
            <a:r>
              <a:rPr lang="ja-JP">
                <a:latin typeface="游ゴシック"/>
                <a:ea typeface="游ゴシック"/>
                <a:cs typeface="+mn-lt"/>
              </a:rPr>
              <a:t>ust</a:t>
            </a:r>
            <a:r>
              <a:rPr lang="ja-JP" altLang="en-US">
                <a:latin typeface="游ゴシック"/>
                <a:ea typeface="游ゴシック"/>
                <a:cs typeface="+mn-lt"/>
              </a:rPr>
              <a:t> で、複数</a:t>
            </a:r>
            <a:r>
              <a:rPr lang="ja-JP" altLang="en-US">
                <a:latin typeface="游ゴシック"/>
                <a:ea typeface="游ゴシック"/>
              </a:rPr>
              <a:t>ス</a:t>
            </a:r>
            <a:r>
              <a:rPr lang="ja-JP">
                <a:latin typeface="游ゴシック"/>
                <a:ea typeface="游ゴシック"/>
                <a:cs typeface="+mn-lt"/>
              </a:rPr>
              <a:t>レッド</a:t>
            </a:r>
            <a:endParaRPr lang="ja-JP"/>
          </a:p>
          <a:p>
            <a:pPr marL="457200" lvl="1" indent="0">
              <a:buNone/>
            </a:pPr>
            <a:r>
              <a:rPr lang="ja-JP">
                <a:latin typeface="游ゴシック"/>
                <a:ea typeface="游ゴシック"/>
                <a:cs typeface="+mn-lt"/>
              </a:rPr>
              <a:t>ファイル</a:t>
            </a:r>
            <a:r>
              <a:rPr lang="ja-JP" altLang="en-US">
                <a:latin typeface="游ゴシック"/>
                <a:ea typeface="游ゴシック"/>
                <a:cs typeface="+mn-lt"/>
              </a:rPr>
              <a:t>ご</a:t>
            </a:r>
            <a:r>
              <a:rPr lang="ja-JP">
                <a:latin typeface="游ゴシック"/>
                <a:ea typeface="游ゴシック"/>
                <a:cs typeface="+mn-lt"/>
              </a:rPr>
              <a:t>との処理を、CPU の複数のコアで同時に進める</a:t>
            </a:r>
            <a:endParaRPr lang="ja-JP"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531347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D20D2-CDA5-5420-71D0-3D5434CD1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4CC74D-3D3C-996D-C405-51CE2CCEA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Vite 8 なぜ早くなったか②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1F6FC1-C11B-C533-0044-95E1F0AB7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ja-JP" altLang="en-US">
                <a:latin typeface="游ゴシック"/>
                <a:ea typeface="游ゴシック"/>
              </a:rPr>
              <a:t>同じ言語なのでAST/依存ツリーをメモリ上で共有</a:t>
            </a:r>
            <a:endParaRPr lang="ja-JP"/>
          </a:p>
          <a:p>
            <a:pPr marL="457200" indent="-457200"/>
            <a:r>
              <a:rPr lang="ja-JP">
                <a:latin typeface="游ゴシック"/>
                <a:ea typeface="游ゴシック"/>
              </a:rPr>
              <a:t>ツール間をテキスト</a:t>
            </a:r>
            <a:r>
              <a:rPr lang="ja-JP" altLang="en-US">
                <a:latin typeface="游ゴシック"/>
                <a:ea typeface="游ゴシック"/>
              </a:rPr>
              <a:t>でやり取りしなくなったため解析回数削減</a:t>
            </a:r>
            <a:endParaRPr lang="ja-JP">
              <a:latin typeface="游ゴシック"/>
              <a:ea typeface="游ゴシック"/>
            </a:endParaRPr>
          </a:p>
          <a:p>
            <a:pPr marL="0" indent="0">
              <a:buNone/>
            </a:pPr>
            <a:endParaRPr lang="ja-JP" altLang="en-US" dirty="0">
              <a:latin typeface="游ゴシック"/>
              <a:ea typeface="游ゴシック"/>
            </a:endParaRPr>
          </a:p>
          <a:p>
            <a:pPr marL="0" indent="0">
              <a:buNone/>
            </a:pPr>
            <a:r>
              <a:rPr lang="ja-JP" altLang="en-US">
                <a:latin typeface="游ゴシック"/>
                <a:ea typeface="游ゴシック"/>
              </a:rPr>
              <a:t>Vite 7の場合：ファイルに対して2回+出力チャンクごとに1回</a:t>
            </a:r>
          </a:p>
          <a:p>
            <a:pPr marL="0" indent="0">
              <a:buNone/>
            </a:pPr>
            <a:r>
              <a:rPr lang="ja-JP" altLang="en-US">
                <a:latin typeface="游ゴシック"/>
                <a:ea typeface="游ゴシック"/>
              </a:rPr>
              <a:t>Vite 8の場合：</a:t>
            </a:r>
            <a:r>
              <a:rPr lang="ja-JP">
                <a:latin typeface="游ゴシック"/>
                <a:ea typeface="游ゴシック"/>
              </a:rPr>
              <a:t>ファイルに対して</a:t>
            </a:r>
            <a:r>
              <a:rPr lang="en-US" altLang="ja-JP" dirty="0">
                <a:latin typeface="游ゴシック"/>
                <a:ea typeface="游ゴシック"/>
              </a:rPr>
              <a:t>1</a:t>
            </a:r>
            <a:r>
              <a:rPr lang="ja-JP">
                <a:latin typeface="游ゴシック"/>
                <a:ea typeface="游ゴシック"/>
              </a:rPr>
              <a:t>回+出力チャンクごとに1回</a:t>
            </a:r>
            <a:endParaRPr lang="ja-JP" altLang="en-US" dirty="0">
              <a:latin typeface="游ゴシック"/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4119596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8AD73-ECAA-45AE-3D57-126C27A67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D53B85-F8E6-9939-B2A7-E7689F6B3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Vue構成が4.8倍の理由</a:t>
            </a:r>
            <a:endParaRPr lang="ja-JP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269DEF-8501-A8F9-60D2-023C3DDAE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ja-JP" sz="3200">
                <a:latin typeface="游ゴシック"/>
                <a:ea typeface="游ゴシック"/>
              </a:rPr>
              <a:t>JavaScript だけの構成：①〜⑤ が Rust の中で完結する</a:t>
            </a:r>
            <a:endParaRPr lang="ja-JP" sz="3200"/>
          </a:p>
          <a:p>
            <a:pPr marL="457200" lvl="1" indent="0">
              <a:buNone/>
            </a:pPr>
            <a:r>
              <a:rPr lang="ja-JP" sz="2800">
                <a:latin typeface="游ゴシック"/>
                <a:ea typeface="游ゴシック"/>
              </a:rPr>
              <a:t>すべてを Rolldown / Oxc が処理するため、並列化と parse の共有の効果がすべて出る</a:t>
            </a:r>
            <a:endParaRPr lang="ja-JP" sz="2800">
              <a:ea typeface="游ゴシック"/>
            </a:endParaRPr>
          </a:p>
          <a:p>
            <a:pPr marL="457200" indent="-457200"/>
            <a:r>
              <a:rPr lang="ja-JP" sz="3200">
                <a:latin typeface="游ゴシック"/>
                <a:ea typeface="游ゴシック"/>
              </a:rPr>
              <a:t>Vue の構成：③ Transform で JavaScript 製のプラグインを呼ぶ</a:t>
            </a:r>
            <a:endParaRPr lang="ja-JP" sz="3200"/>
          </a:p>
          <a:p>
            <a:pPr marL="457200" lvl="1" indent="0">
              <a:buNone/>
            </a:pPr>
            <a:r>
              <a:rPr lang="ja-JP" sz="2800">
                <a:latin typeface="游ゴシック"/>
                <a:ea typeface="游ゴシック"/>
              </a:rPr>
              <a:t>.vue の変換は @vitejs/plugin-vue（JavaScript）が担当する</a:t>
            </a:r>
            <a:r>
              <a:rPr lang="ja-JP" altLang="en-US" sz="2800">
                <a:latin typeface="游ゴシック"/>
                <a:ea typeface="游ゴシック"/>
              </a:rPr>
              <a:t>。</a:t>
            </a:r>
            <a:r>
              <a:rPr lang="en-US" altLang="ja-JP" sz="2800" dirty="0">
                <a:latin typeface="游ゴシック"/>
                <a:ea typeface="游ゴシック"/>
              </a:rPr>
              <a:t>R</a:t>
            </a:r>
            <a:r>
              <a:rPr lang="ja-JP" sz="2800">
                <a:latin typeface="游ゴシック"/>
                <a:ea typeface="游ゴシック"/>
              </a:rPr>
              <a:t>ust から JavaScript に文字列で渡し、JavaScript 側でもう一度 parse し、1スレッドで処理するため遅くなる</a:t>
            </a:r>
            <a:endParaRPr lang="ja-JP" altLang="en-US" sz="2800">
              <a:latin typeface="游ゴシック"/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4365210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F56862-2515-92A0-7713-B16AB428B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Viteでの挙動 開発時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173648-5F5E-8EB2-1459-B55F4AE9D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>
                <a:latin typeface="游ゴシック"/>
                <a:ea typeface="游ゴシック"/>
              </a:rPr>
              <a:t>起動時に使用中のnode_</a:t>
            </a:r>
            <a:r>
              <a:rPr lang="en-US" altLang="ja-JP" dirty="0">
                <a:latin typeface="游ゴシック"/>
                <a:ea typeface="游ゴシック"/>
              </a:rPr>
              <a:t>modules</a:t>
            </a:r>
            <a:r>
              <a:rPr lang="ja-JP" altLang="en-US">
                <a:latin typeface="游ゴシック"/>
                <a:ea typeface="游ゴシック"/>
              </a:rPr>
              <a:t>をバンドルして</a:t>
            </a:r>
            <a:r>
              <a:rPr lang="en-US" altLang="ja-JP" dirty="0" err="1">
                <a:latin typeface="游ゴシック"/>
                <a:ea typeface="游ゴシック"/>
                <a:cs typeface="+mn-lt"/>
              </a:rPr>
              <a:t>キャッシュ保存</a:t>
            </a:r>
            <a:r>
              <a:rPr lang="en-US" altLang="ja-JP" dirty="0">
                <a:latin typeface="游ゴシック"/>
                <a:ea typeface="游ゴシック"/>
                <a:cs typeface="+mn-lt"/>
              </a:rPr>
              <a:t>。(</a:t>
            </a:r>
            <a:r>
              <a:rPr lang="en-US" altLang="ja-JP" dirty="0" err="1">
                <a:latin typeface="游ゴシック"/>
                <a:ea typeface="游ゴシック"/>
                <a:cs typeface="+mn-lt"/>
              </a:rPr>
              <a:t>node_modules</a:t>
            </a:r>
            <a:r>
              <a:rPr lang="en-US" dirty="0">
                <a:latin typeface="游ゴシック"/>
                <a:ea typeface="游ゴシック"/>
                <a:cs typeface="+mn-lt"/>
              </a:rPr>
              <a:t>/.</a:t>
            </a:r>
            <a:r>
              <a:rPr lang="en-US" dirty="0" err="1">
                <a:latin typeface="游ゴシック"/>
                <a:ea typeface="游ゴシック"/>
                <a:cs typeface="+mn-lt"/>
              </a:rPr>
              <a:t>vite</a:t>
            </a:r>
            <a:r>
              <a:rPr lang="en-US" dirty="0">
                <a:latin typeface="游ゴシック"/>
                <a:ea typeface="游ゴシック"/>
                <a:cs typeface="+mn-lt"/>
              </a:rPr>
              <a:t>/deps</a:t>
            </a:r>
            <a:r>
              <a:rPr lang="en-US" altLang="ja-JP" dirty="0">
                <a:latin typeface="游ゴシック"/>
                <a:ea typeface="游ゴシック"/>
                <a:cs typeface="+mn-lt"/>
              </a:rPr>
              <a:t>)</a:t>
            </a:r>
            <a:endParaRPr lang="ja-JP" dirty="0">
              <a:latin typeface="游ゴシック"/>
              <a:ea typeface="游ゴシック"/>
            </a:endParaRPr>
          </a:p>
          <a:p>
            <a:pPr marL="0" indent="0">
              <a:buNone/>
            </a:pPr>
            <a:r>
              <a:rPr lang="ja-JP" altLang="en-US">
                <a:latin typeface="游ゴシック"/>
                <a:ea typeface="游ゴシック"/>
              </a:rPr>
              <a:t>アプリ側のコードはリクエストが来た時点で</a:t>
            </a:r>
            <a:r>
              <a:rPr lang="en-US" altLang="ja-JP" err="1">
                <a:latin typeface="游ゴシック"/>
                <a:ea typeface="游ゴシック"/>
              </a:rPr>
              <a:t>node_modules</a:t>
            </a:r>
            <a:r>
              <a:rPr lang="ja-JP" altLang="en-US">
                <a:latin typeface="游ゴシック"/>
                <a:ea typeface="游ゴシック"/>
              </a:rPr>
              <a:t>のパス解決をしてESMのまま配信。</a:t>
            </a:r>
            <a:endParaRPr lang="ja-JP">
              <a:latin typeface="游ゴシック"/>
              <a:ea typeface="游ゴシック"/>
            </a:endParaRPr>
          </a:p>
          <a:p>
            <a:pPr marL="0" indent="0">
              <a:buNone/>
            </a:pPr>
            <a:r>
              <a:rPr lang="ja-JP" altLang="en-US">
                <a:latin typeface="游ゴシック"/>
                <a:ea typeface="游ゴシック"/>
              </a:rPr>
              <a:t>ホットリロード対応で基本再起動が不要。</a:t>
            </a:r>
            <a:endParaRPr lang="ja-JP">
              <a:latin typeface="游ゴシック"/>
              <a:ea typeface="游ゴシック"/>
            </a:endParaRPr>
          </a:p>
          <a:p>
            <a:pPr marL="0" indent="0">
              <a:buNone/>
            </a:pPr>
            <a:r>
              <a:rPr lang="ja-JP" altLang="en-US">
                <a:latin typeface="游ゴシック"/>
                <a:ea typeface="游ゴシック"/>
              </a:rPr>
              <a:t>↓</a:t>
            </a:r>
            <a:endParaRPr lang="ja-JP" altLang="en-US" dirty="0">
              <a:latin typeface="游ゴシック"/>
              <a:ea typeface="游ゴシック"/>
            </a:endParaRPr>
          </a:p>
          <a:p>
            <a:pPr marL="0" indent="0">
              <a:buNone/>
            </a:pPr>
            <a:r>
              <a:rPr lang="ja-JP" altLang="en-US">
                <a:latin typeface="游ゴシック"/>
                <a:ea typeface="游ゴシック"/>
              </a:rPr>
              <a:t>大規模なプロジェクトでも開発サーバーの起動が短時間ですむ。</a:t>
            </a:r>
          </a:p>
          <a:p>
            <a:pPr marL="0" indent="0">
              <a:buNone/>
            </a:pPr>
            <a:r>
              <a:rPr lang="ja-JP" altLang="en-US">
                <a:latin typeface="游ゴシック"/>
                <a:ea typeface="游ゴシック"/>
              </a:rPr>
              <a:t>開発時の待ち時間の減少に貢献している。</a:t>
            </a:r>
            <a:endParaRPr lang="ja-JP" altLang="en-US" dirty="0">
              <a:latin typeface="游ゴシック"/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4242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C83E6-1C0F-80C4-7D09-40AF7DE48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987E6C-288E-32AB-3A62-E492C1B01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>
                <a:ea typeface="游ゴシック Light"/>
              </a:rPr>
              <a:t>Vite </a:t>
            </a:r>
            <a:r>
              <a:rPr lang="en-US" altLang="ja-JP" dirty="0">
                <a:ea typeface="游ゴシック Light"/>
              </a:rPr>
              <a:t>8でもpreviewが必要</a:t>
            </a:r>
            <a:endParaRPr 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E87BBA-7233-C170-C468-479BD7235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altLang="ja-JP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Vite 7 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まで：開発時と本番で使うツールが違っていた</a:t>
            </a:r>
            <a:endParaRPr lang="ja-JP">
              <a:solidFill>
                <a:srgbClr val="000000"/>
              </a:solidFill>
              <a:latin typeface="Aptos" panose="02110004020202020204"/>
              <a:ea typeface="游ゴシック" panose="020B0400000000000000" pitchFamily="34" charset="-128"/>
              <a:cs typeface="+mn-lt"/>
            </a:endParaRPr>
          </a:p>
          <a:p>
            <a:pPr marL="457200" lvl="1" indent="0">
              <a:buNone/>
            </a:pP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開発時の事前バンドルは</a:t>
            </a:r>
            <a:r>
              <a:rPr lang="en-US" altLang="ja-JP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 </a:t>
            </a:r>
            <a:r>
              <a:rPr lang="en-US" altLang="ja-JP" dirty="0" err="1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esbuild</a:t>
            </a:r>
            <a:r>
              <a:rPr lang="en-US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、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本番のバンドルは</a:t>
            </a:r>
            <a:r>
              <a:rPr lang="en-US" altLang="ja-JP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 Rollup</a:t>
            </a:r>
            <a:endParaRPr lang="ja-JP">
              <a:ea typeface="游ゴシック"/>
            </a:endParaRPr>
          </a:p>
          <a:p>
            <a:pPr marL="457200" indent="-457200"/>
            <a:r>
              <a:rPr lang="en-US" altLang="ja-JP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Vite 8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：開発時も本番も</a:t>
            </a:r>
            <a:r>
              <a:rPr lang="en-US" altLang="ja-JP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 Rolldown / </a:t>
            </a:r>
            <a:r>
              <a:rPr lang="en-US" altLang="ja-JP" dirty="0" err="1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Oxc</a:t>
            </a:r>
            <a:r>
              <a:rPr lang="en-US" altLang="ja-JP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 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に統一された</a:t>
            </a:r>
            <a:endParaRPr lang="ja-JP">
              <a:solidFill>
                <a:srgbClr val="000000"/>
              </a:solidFill>
              <a:latin typeface="Aptos" panose="02110004020202020204"/>
              <a:ea typeface="游ゴシック" panose="020B0400000000000000" pitchFamily="34" charset="-128"/>
              <a:cs typeface="+mn-lt"/>
            </a:endParaRPr>
          </a:p>
          <a:p>
            <a:pPr marL="457200" lvl="1" indent="0">
              <a:buNone/>
            </a:pP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ツールの違いによる挙動の差は小さくなった</a:t>
            </a:r>
            <a:endParaRPr lang="ja-JP">
              <a:ea typeface="游ゴシック"/>
            </a:endParaRPr>
          </a:p>
          <a:p>
            <a:pPr marL="457200" indent="-457200"/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ただし、</a:t>
            </a:r>
            <a:r>
              <a:rPr lang="en-US" altLang="ja-JP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④⑤ 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を通るかどうかの違いは残る</a:t>
            </a:r>
            <a:endParaRPr lang="ja-JP">
              <a:solidFill>
                <a:srgbClr val="000000"/>
              </a:solidFill>
              <a:latin typeface="Aptos" panose="02110004020202020204"/>
              <a:ea typeface="游ゴシック"/>
              <a:cs typeface="+mn-lt"/>
            </a:endParaRPr>
          </a:p>
          <a:p>
            <a:pPr marL="457200" lvl="1" indent="0">
              <a:buNone/>
            </a:pP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開発時は、圧縮や</a:t>
            </a:r>
            <a:r>
              <a:rPr lang="en-US" altLang="ja-JP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 tree shaking </a:t>
            </a:r>
            <a:r>
              <a:rPr lang="ja-JP" altLang="en-US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を通っていないコードが動いている</a:t>
            </a:r>
            <a:endParaRPr lang="ja-JP">
              <a:ea typeface="游ゴシック"/>
            </a:endParaRPr>
          </a:p>
          <a:p>
            <a:pPr marL="0" indent="0">
              <a:buNone/>
            </a:pPr>
            <a:endParaRPr lang="ja-JP" altLang="en-US" dirty="0">
              <a:solidFill>
                <a:srgbClr val="000000"/>
              </a:solidFill>
              <a:latin typeface="游ゴシック"/>
              <a:ea typeface="游ゴシック"/>
              <a:cs typeface="+mn-lt"/>
            </a:endParaRPr>
          </a:p>
          <a:p>
            <a:pPr marL="0" indent="0">
              <a:buNone/>
            </a:pP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リリース前には、今後も</a:t>
            </a:r>
            <a:r>
              <a:rPr lang="en-US" altLang="ja-JP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 </a:t>
            </a:r>
            <a:r>
              <a:rPr lang="en-US" altLang="ja-JP" dirty="0" err="1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vite</a:t>
            </a:r>
            <a:r>
              <a:rPr lang="en-US" altLang="ja-JP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 preview 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で本番用のファイルの動作を確認する必要がある。</a:t>
            </a:r>
            <a:endParaRPr lang="en-US" altLang="ja-JP"/>
          </a:p>
          <a:p>
            <a:pPr marL="0" indent="0">
              <a:buNone/>
            </a:pPr>
            <a:endParaRPr lang="en-US" altLang="ja-JP" dirty="0">
              <a:latin typeface="游ゴシック"/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93497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8C1D5-5D57-839E-844C-8BD97713D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454596-4A1B-C994-162D-528F2968B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游ゴシック Light"/>
                <a:ea typeface="游ゴシック Light"/>
              </a:rPr>
              <a:t>まとめ</a:t>
            </a:r>
            <a:endParaRPr lang="ja-JP" dirty="0">
              <a:latin typeface="游ゴシック Light"/>
              <a:ea typeface="游ゴシック Light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54F03B-215E-D579-C8EE-DB713FF12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Vite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 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8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 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は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、中のツー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ル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を 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Rust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 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製に統一して大幅に速くなった</a:t>
            </a:r>
            <a:endParaRPr lang="ja-JP" altLang="en-US">
              <a:solidFill>
                <a:srgbClr val="000000"/>
              </a:solidFill>
              <a:latin typeface="Aptos" panose="02110004020202020204"/>
              <a:ea typeface="游ゴシック" panose="020B0400000000000000" pitchFamily="34" charset="-128"/>
              <a:cs typeface="+mn-lt"/>
            </a:endParaRPr>
          </a:p>
          <a:p>
            <a:pPr marL="457200" lvl="1" indent="0">
              <a:buNone/>
            </a:pPr>
            <a:r>
              <a:rPr lang="en-US" altLang="ja-JP" sz="2800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JavaScript</a:t>
            </a:r>
            <a:r>
              <a:rPr lang="ja-JP" altLang="en-US" sz="280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 だけの構成で </a:t>
            </a:r>
            <a:r>
              <a:rPr lang="en-US" altLang="ja-JP" sz="2800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29</a:t>
            </a:r>
            <a:r>
              <a:rPr lang="ja-JP" altLang="en-US" sz="2800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 秒 → </a:t>
            </a:r>
            <a:r>
              <a:rPr lang="en-US" altLang="ja-JP" sz="2800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0.5</a:t>
            </a:r>
            <a:r>
              <a:rPr lang="ja-JP" altLang="en-US" sz="2800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 秒</a:t>
            </a:r>
            <a:r>
              <a:rPr lang="ja-JP" sz="2800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。</a:t>
            </a:r>
            <a:r>
              <a:rPr lang="en-US" altLang="ja-JP" sz="2800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JavaScript</a:t>
            </a:r>
            <a:r>
              <a:rPr lang="ja-JP" altLang="en-US" sz="2800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 製</a:t>
            </a:r>
            <a:r>
              <a:rPr lang="ja-JP" sz="2800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の</a:t>
            </a:r>
            <a:r>
              <a:rPr lang="ja-JP" altLang="en-US" sz="2800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プラグインを通る部分は速くなりにくい</a:t>
            </a:r>
            <a:endParaRPr lang="ja-JP" sz="2800">
              <a:ea typeface="游ゴシック"/>
            </a:endParaRPr>
          </a:p>
          <a:p>
            <a:pPr marL="457200" indent="-457200"/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J</a:t>
            </a:r>
            <a:r>
              <a:rPr lang="en-US" altLang="ja-JP" dirty="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ava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S</a:t>
            </a:r>
            <a:r>
              <a:rPr lang="en-US" altLang="ja-JP" dirty="0" err="1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cript</a:t>
            </a:r>
            <a:r>
              <a:rPr lang="ja-JP" altLang="en-US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 </a:t>
            </a:r>
            <a:r>
              <a:rPr lang="ja-JP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のビルドは5工程でできている</a:t>
            </a:r>
            <a:endParaRPr lang="ja-JP" altLang="en-US">
              <a:solidFill>
                <a:srgbClr val="000000"/>
              </a:solidFill>
              <a:latin typeface="Aptos" panose="02110004020202020204"/>
              <a:ea typeface="游ゴシック" panose="020B0400000000000000" pitchFamily="34" charset="-128"/>
              <a:cs typeface="+mn-lt"/>
            </a:endParaRPr>
          </a:p>
          <a:p>
            <a:pPr marL="457200" lvl="1" indent="0">
              <a:buNone/>
            </a:pPr>
            <a:r>
              <a:rPr lang="ja-JP" sz="280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Resolve / Load / Transform を繰り返して依存グラフを作り、Optimize</a:t>
            </a:r>
            <a:r>
              <a:rPr lang="ja-JP" altLang="en-US" sz="280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 </a:t>
            </a:r>
            <a:r>
              <a:rPr lang="ja-JP" sz="280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/ Emit でま</a:t>
            </a:r>
            <a:r>
              <a:rPr lang="ja-JP" altLang="en-US" sz="280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と</a:t>
            </a:r>
            <a:r>
              <a:rPr lang="ja-JP" sz="280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めて</a:t>
            </a:r>
            <a:r>
              <a:rPr lang="ja-JP" altLang="en-US" sz="280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出力す</a:t>
            </a:r>
            <a:r>
              <a:rPr lang="ja-JP" sz="2800">
                <a:solidFill>
                  <a:srgbClr val="000000"/>
                </a:solidFill>
                <a:latin typeface="游ゴシック"/>
                <a:ea typeface="游ゴシック"/>
                <a:cs typeface="+mn-lt"/>
              </a:rPr>
              <a:t>る</a:t>
            </a:r>
            <a:endParaRPr lang="ja-JP" sz="2800">
              <a:ea typeface="游ゴシック"/>
            </a:endParaRPr>
          </a:p>
          <a:p>
            <a:pPr marL="0" indent="0">
              <a:buNone/>
            </a:pPr>
            <a:endParaRPr lang="ja-JP" dirty="0">
              <a:latin typeface="游ゴシック"/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673978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22</Slides>
  <Notes>11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23" baseType="lpstr">
      <vt:lpstr>Office テーマ</vt:lpstr>
      <vt:lpstr>Vite 8で学ぶ JavaScriptのビルド</vt:lpstr>
      <vt:lpstr>目次</vt:lpstr>
      <vt:lpstr>Vite とは</vt:lpstr>
      <vt:lpstr>viteの位置関係</vt:lpstr>
      <vt:lpstr>Vite7 -&gt; 8 変化点</vt:lpstr>
      <vt:lpstr>実際の比較</vt:lpstr>
      <vt:lpstr>なぜビルドするのか</vt:lpstr>
      <vt:lpstr>ブラウザが新しくてもバンドルする意味</vt:lpstr>
      <vt:lpstr>ビルドについて</vt:lpstr>
      <vt:lpstr>ASTと依存グラフ</vt:lpstr>
      <vt:lpstr>ビルドについて / 1 Resolve </vt:lpstr>
      <vt:lpstr>ビルドについて / 2 Load</vt:lpstr>
      <vt:lpstr>ビルドについて / 3 Transform</vt:lpstr>
      <vt:lpstr>ビルドについて / 4 Optimize</vt:lpstr>
      <vt:lpstr>ビルドについて / 5 Emit</vt:lpstr>
      <vt:lpstr>Vite7 -&gt; 8 の変化を工程ごとに見る</vt:lpstr>
      <vt:lpstr>Vite 8 なぜ早くなったか①</vt:lpstr>
      <vt:lpstr>Vite 8 なぜ早くなったか②</vt:lpstr>
      <vt:lpstr>Vue構成が4.8倍の理由</vt:lpstr>
      <vt:lpstr>Viteでの挙動 開発時</vt:lpstr>
      <vt:lpstr>Vite 8でもpreviewが必要</vt:lpstr>
      <vt:lpstr>まとめ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1512</cp:revision>
  <dcterms:created xsi:type="dcterms:W3CDTF">2026-09-21T03:47:15Z</dcterms:created>
  <dcterms:modified xsi:type="dcterms:W3CDTF">2026-09-23T02:54:04Z</dcterms:modified>
</cp:coreProperties>
</file>